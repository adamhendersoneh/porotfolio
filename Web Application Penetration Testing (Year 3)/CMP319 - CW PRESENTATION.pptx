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18"/>
  </p:notesMasterIdLst>
  <p:sldIdLst>
    <p:sldId id="256" r:id="rId2"/>
    <p:sldId id="257" r:id="rId3"/>
    <p:sldId id="280" r:id="rId4"/>
    <p:sldId id="278" r:id="rId5"/>
    <p:sldId id="281" r:id="rId6"/>
    <p:sldId id="279" r:id="rId7"/>
    <p:sldId id="263" r:id="rId8"/>
    <p:sldId id="277" r:id="rId9"/>
    <p:sldId id="282" r:id="rId10"/>
    <p:sldId id="266" r:id="rId11"/>
    <p:sldId id="283" r:id="rId12"/>
    <p:sldId id="262" r:id="rId13"/>
    <p:sldId id="264" r:id="rId14"/>
    <p:sldId id="267" r:id="rId15"/>
    <p:sldId id="269" r:id="rId16"/>
    <p:sldId id="271" r:id="rId17"/>
  </p:sldIdLst>
  <p:sldSz cx="12192000" cy="6858000"/>
  <p:notesSz cx="6858000" cy="9144000"/>
  <p:defaultTextStyle>
    <a:defPPr>
      <a:defRPr lang="en-GB"/>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B1F0EF6-A875-9DA2-D373-5C97FDE85EF6}" v="8101" dt="2025-12-15T03:04:04.208"/>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9972" autoAdjust="0"/>
    <p:restoredTop sz="94660"/>
  </p:normalViewPr>
  <p:slideViewPr>
    <p:cSldViewPr snapToGrid="0">
      <p:cViewPr varScale="1">
        <p:scale>
          <a:sx n="86" d="100"/>
          <a:sy n="86" d="100"/>
        </p:scale>
        <p:origin x="96" y="88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notesMaster" Target="notesMasters/notesMaster1.xml"/><Relationship Id="rId3" Type="http://schemas.openxmlformats.org/officeDocument/2006/relationships/slide" Target="slides/slide2.xml"/><Relationship Id="rId21"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microsoft.com/office/2015/10/relationships/revisionInfo" Target="revisionInfo.xml"/><Relationship Id="rId5" Type="http://schemas.openxmlformats.org/officeDocument/2006/relationships/slide" Target="slides/slide4.xml"/><Relationship Id="rId15" Type="http://schemas.openxmlformats.org/officeDocument/2006/relationships/slide" Target="slides/slide14.xml"/><Relationship Id="rId23" Type="http://schemas.microsoft.com/office/2016/11/relationships/changesInfo" Target="changesInfos/changesInfo1.xml"/><Relationship Id="rId10" Type="http://schemas.openxmlformats.org/officeDocument/2006/relationships/slide" Target="slides/slide9.xml"/><Relationship Id="rId19"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tableStyles" Target="tableStyle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DAM HENDERSON" userId="S::2300867@uad.ac.uk::5efabb99-00c3-4828-a173-f79ad4aee234" providerId="AD" clId="Web-{5B1F0EF6-A875-9DA2-D373-5C97FDE85EF6}"/>
    <pc:docChg chg="addSld delSld modSld sldOrd">
      <pc:chgData name="ADAM HENDERSON" userId="S::2300867@uad.ac.uk::5efabb99-00c3-4828-a173-f79ad4aee234" providerId="AD" clId="Web-{5B1F0EF6-A875-9DA2-D373-5C97FDE85EF6}" dt="2025-12-15T03:04:00.568" v="8049" actId="20577"/>
      <pc:docMkLst>
        <pc:docMk/>
      </pc:docMkLst>
      <pc:sldChg chg="addSp modSp mod setBg">
        <pc:chgData name="ADAM HENDERSON" userId="S::2300867@uad.ac.uk::5efabb99-00c3-4828-a173-f79ad4aee234" providerId="AD" clId="Web-{5B1F0EF6-A875-9DA2-D373-5C97FDE85EF6}" dt="2025-12-14T19:40:03.737" v="36" actId="20577"/>
        <pc:sldMkLst>
          <pc:docMk/>
          <pc:sldMk cId="109857222" sldId="256"/>
        </pc:sldMkLst>
        <pc:spChg chg="mod">
          <ac:chgData name="ADAM HENDERSON" userId="S::2300867@uad.ac.uk::5efabb99-00c3-4828-a173-f79ad4aee234" providerId="AD" clId="Web-{5B1F0EF6-A875-9DA2-D373-5C97FDE85EF6}" dt="2025-12-14T19:39:43.565" v="21" actId="20577"/>
          <ac:spMkLst>
            <pc:docMk/>
            <pc:sldMk cId="109857222" sldId="256"/>
            <ac:spMk id="2" creationId="{00000000-0000-0000-0000-000000000000}"/>
          </ac:spMkLst>
        </pc:spChg>
        <pc:spChg chg="mod">
          <ac:chgData name="ADAM HENDERSON" userId="S::2300867@uad.ac.uk::5efabb99-00c3-4828-a173-f79ad4aee234" providerId="AD" clId="Web-{5B1F0EF6-A875-9DA2-D373-5C97FDE85EF6}" dt="2025-12-14T19:40:03.737" v="36" actId="20577"/>
          <ac:spMkLst>
            <pc:docMk/>
            <pc:sldMk cId="109857222" sldId="256"/>
            <ac:spMk id="3" creationId="{00000000-0000-0000-0000-000000000000}"/>
          </ac:spMkLst>
        </pc:spChg>
        <pc:spChg chg="add">
          <ac:chgData name="ADAM HENDERSON" userId="S::2300867@uad.ac.uk::5efabb99-00c3-4828-a173-f79ad4aee234" providerId="AD" clId="Web-{5B1F0EF6-A875-9DA2-D373-5C97FDE85EF6}" dt="2025-12-14T19:39:33.643" v="8"/>
          <ac:spMkLst>
            <pc:docMk/>
            <pc:sldMk cId="109857222" sldId="256"/>
            <ac:spMk id="8" creationId="{C7D023E4-8DE1-436E-9847-ED6A4B4B04FD}"/>
          </ac:spMkLst>
        </pc:spChg>
        <pc:grpChg chg="add">
          <ac:chgData name="ADAM HENDERSON" userId="S::2300867@uad.ac.uk::5efabb99-00c3-4828-a173-f79ad4aee234" providerId="AD" clId="Web-{5B1F0EF6-A875-9DA2-D373-5C97FDE85EF6}" dt="2025-12-14T19:39:33.643" v="8"/>
          <ac:grpSpMkLst>
            <pc:docMk/>
            <pc:sldMk cId="109857222" sldId="256"/>
            <ac:grpSpMk id="10" creationId="{1FEC590B-3306-47E9-BD67-97F3F76169A4}"/>
          </ac:grpSpMkLst>
        </pc:grpChg>
        <pc:grpChg chg="add">
          <ac:chgData name="ADAM HENDERSON" userId="S::2300867@uad.ac.uk::5efabb99-00c3-4828-a173-f79ad4aee234" providerId="AD" clId="Web-{5B1F0EF6-A875-9DA2-D373-5C97FDE85EF6}" dt="2025-12-14T19:39:33.643" v="8"/>
          <ac:grpSpMkLst>
            <pc:docMk/>
            <pc:sldMk cId="109857222" sldId="256"/>
            <ac:grpSpMk id="14" creationId="{A47AAF5E-1692-48C9-98FB-6432BF0BC4F7}"/>
          </ac:grpSpMkLst>
        </pc:grpChg>
      </pc:sldChg>
      <pc:sldChg chg="addSp modSp new mod setBg">
        <pc:chgData name="ADAM HENDERSON" userId="S::2300867@uad.ac.uk::5efabb99-00c3-4828-a173-f79ad4aee234" providerId="AD" clId="Web-{5B1F0EF6-A875-9DA2-D373-5C97FDE85EF6}" dt="2025-12-15T02:58:33.415" v="7831" actId="20577"/>
        <pc:sldMkLst>
          <pc:docMk/>
          <pc:sldMk cId="3799039846" sldId="257"/>
        </pc:sldMkLst>
        <pc:spChg chg="mod">
          <ac:chgData name="ADAM HENDERSON" userId="S::2300867@uad.ac.uk::5efabb99-00c3-4828-a173-f79ad4aee234" providerId="AD" clId="Web-{5B1F0EF6-A875-9DA2-D373-5C97FDE85EF6}" dt="2025-12-14T19:40:18.831" v="37"/>
          <ac:spMkLst>
            <pc:docMk/>
            <pc:sldMk cId="3799039846" sldId="257"/>
            <ac:spMk id="2" creationId="{DC0C0BA5-89AF-5791-5995-EB3C8C54B759}"/>
          </ac:spMkLst>
        </pc:spChg>
        <pc:spChg chg="mod">
          <ac:chgData name="ADAM HENDERSON" userId="S::2300867@uad.ac.uk::5efabb99-00c3-4828-a173-f79ad4aee234" providerId="AD" clId="Web-{5B1F0EF6-A875-9DA2-D373-5C97FDE85EF6}" dt="2025-12-15T02:58:33.415" v="7831" actId="20577"/>
          <ac:spMkLst>
            <pc:docMk/>
            <pc:sldMk cId="3799039846" sldId="257"/>
            <ac:spMk id="3" creationId="{96726989-2588-C7AC-F3AA-E289E57325E7}"/>
          </ac:spMkLst>
        </pc:spChg>
        <pc:spChg chg="add">
          <ac:chgData name="ADAM HENDERSON" userId="S::2300867@uad.ac.uk::5efabb99-00c3-4828-a173-f79ad4aee234" providerId="AD" clId="Web-{5B1F0EF6-A875-9DA2-D373-5C97FDE85EF6}" dt="2025-12-14T19:40:18.831" v="37"/>
          <ac:spMkLst>
            <pc:docMk/>
            <pc:sldMk cId="3799039846" sldId="257"/>
            <ac:spMk id="8" creationId="{815925C2-A704-4D47-B1C1-3FCA52512EC1}"/>
          </ac:spMkLst>
        </pc:spChg>
        <pc:spChg chg="add">
          <ac:chgData name="ADAM HENDERSON" userId="S::2300867@uad.ac.uk::5efabb99-00c3-4828-a173-f79ad4aee234" providerId="AD" clId="Web-{5B1F0EF6-A875-9DA2-D373-5C97FDE85EF6}" dt="2025-12-14T19:40:18.831" v="37"/>
          <ac:spMkLst>
            <pc:docMk/>
            <pc:sldMk cId="3799039846" sldId="257"/>
            <ac:spMk id="10" creationId="{01D4315C-C23C-4FD3-98DF-08C29E2292A8}"/>
          </ac:spMkLst>
        </pc:spChg>
        <pc:grpChg chg="add">
          <ac:chgData name="ADAM HENDERSON" userId="S::2300867@uad.ac.uk::5efabb99-00c3-4828-a173-f79ad4aee234" providerId="AD" clId="Web-{5B1F0EF6-A875-9DA2-D373-5C97FDE85EF6}" dt="2025-12-14T19:40:18.831" v="37"/>
          <ac:grpSpMkLst>
            <pc:docMk/>
            <pc:sldMk cId="3799039846" sldId="257"/>
            <ac:grpSpMk id="12" creationId="{5E6B47BC-43FD-4C91-8BFF-B41B99A8A39E}"/>
          </ac:grpSpMkLst>
        </pc:grpChg>
        <pc:grpChg chg="add">
          <ac:chgData name="ADAM HENDERSON" userId="S::2300867@uad.ac.uk::5efabb99-00c3-4828-a173-f79ad4aee234" providerId="AD" clId="Web-{5B1F0EF6-A875-9DA2-D373-5C97FDE85EF6}" dt="2025-12-14T19:40:18.831" v="37"/>
          <ac:grpSpMkLst>
            <pc:docMk/>
            <pc:sldMk cId="3799039846" sldId="257"/>
            <ac:grpSpMk id="16" creationId="{43F5E015-E085-4624-B431-B42414448684}"/>
          </ac:grpSpMkLst>
        </pc:grpChg>
      </pc:sldChg>
      <pc:sldChg chg="addSp modSp new del mod setBg">
        <pc:chgData name="ADAM HENDERSON" userId="S::2300867@uad.ac.uk::5efabb99-00c3-4828-a173-f79ad4aee234" providerId="AD" clId="Web-{5B1F0EF6-A875-9DA2-D373-5C97FDE85EF6}" dt="2025-12-15T01:34:35.450" v="6692"/>
        <pc:sldMkLst>
          <pc:docMk/>
          <pc:sldMk cId="2414699337" sldId="258"/>
        </pc:sldMkLst>
        <pc:spChg chg="mod">
          <ac:chgData name="ADAM HENDERSON" userId="S::2300867@uad.ac.uk::5efabb99-00c3-4828-a173-f79ad4aee234" providerId="AD" clId="Web-{5B1F0EF6-A875-9DA2-D373-5C97FDE85EF6}" dt="2025-12-14T19:49:18.450" v="141" actId="20577"/>
          <ac:spMkLst>
            <pc:docMk/>
            <pc:sldMk cId="2414699337" sldId="258"/>
            <ac:spMk id="2" creationId="{871E5E93-CBC9-18CB-5098-A0262CF1017C}"/>
          </ac:spMkLst>
        </pc:spChg>
        <pc:spChg chg="mod">
          <ac:chgData name="ADAM HENDERSON" userId="S::2300867@uad.ac.uk::5efabb99-00c3-4828-a173-f79ad4aee234" providerId="AD" clId="Web-{5B1F0EF6-A875-9DA2-D373-5C97FDE85EF6}" dt="2025-12-14T20:11:46.516" v="1583" actId="20577"/>
          <ac:spMkLst>
            <pc:docMk/>
            <pc:sldMk cId="2414699337" sldId="258"/>
            <ac:spMk id="3" creationId="{A0F288A4-B559-D9A9-A2F9-81236CF379E8}"/>
          </ac:spMkLst>
        </pc:spChg>
        <pc:spChg chg="add">
          <ac:chgData name="ADAM HENDERSON" userId="S::2300867@uad.ac.uk::5efabb99-00c3-4828-a173-f79ad4aee234" providerId="AD" clId="Web-{5B1F0EF6-A875-9DA2-D373-5C97FDE85EF6}" dt="2025-12-14T19:40:36.065" v="38"/>
          <ac:spMkLst>
            <pc:docMk/>
            <pc:sldMk cId="2414699337" sldId="258"/>
            <ac:spMk id="8" creationId="{815925C2-A704-4D47-B1C1-3FCA52512EC1}"/>
          </ac:spMkLst>
        </pc:spChg>
        <pc:spChg chg="add">
          <ac:chgData name="ADAM HENDERSON" userId="S::2300867@uad.ac.uk::5efabb99-00c3-4828-a173-f79ad4aee234" providerId="AD" clId="Web-{5B1F0EF6-A875-9DA2-D373-5C97FDE85EF6}" dt="2025-12-14T19:40:36.065" v="38"/>
          <ac:spMkLst>
            <pc:docMk/>
            <pc:sldMk cId="2414699337" sldId="258"/>
            <ac:spMk id="10" creationId="{01D4315C-C23C-4FD3-98DF-08C29E2292A8}"/>
          </ac:spMkLst>
        </pc:spChg>
        <pc:grpChg chg="add">
          <ac:chgData name="ADAM HENDERSON" userId="S::2300867@uad.ac.uk::5efabb99-00c3-4828-a173-f79ad4aee234" providerId="AD" clId="Web-{5B1F0EF6-A875-9DA2-D373-5C97FDE85EF6}" dt="2025-12-14T19:40:36.065" v="38"/>
          <ac:grpSpMkLst>
            <pc:docMk/>
            <pc:sldMk cId="2414699337" sldId="258"/>
            <ac:grpSpMk id="12" creationId="{5E6B47BC-43FD-4C91-8BFF-B41B99A8A39E}"/>
          </ac:grpSpMkLst>
        </pc:grpChg>
        <pc:grpChg chg="add">
          <ac:chgData name="ADAM HENDERSON" userId="S::2300867@uad.ac.uk::5efabb99-00c3-4828-a173-f79ad4aee234" providerId="AD" clId="Web-{5B1F0EF6-A875-9DA2-D373-5C97FDE85EF6}" dt="2025-12-14T19:40:36.065" v="38"/>
          <ac:grpSpMkLst>
            <pc:docMk/>
            <pc:sldMk cId="2414699337" sldId="258"/>
            <ac:grpSpMk id="16" creationId="{43F5E015-E085-4624-B431-B42414448684}"/>
          </ac:grpSpMkLst>
        </pc:grpChg>
      </pc:sldChg>
      <pc:sldChg chg="modSp add del replId">
        <pc:chgData name="ADAM HENDERSON" userId="S::2300867@uad.ac.uk::5efabb99-00c3-4828-a173-f79ad4aee234" providerId="AD" clId="Web-{5B1F0EF6-A875-9DA2-D373-5C97FDE85EF6}" dt="2025-12-15T01:34:37.809" v="6693"/>
        <pc:sldMkLst>
          <pc:docMk/>
          <pc:sldMk cId="1841927422" sldId="259"/>
        </pc:sldMkLst>
        <pc:spChg chg="mod">
          <ac:chgData name="ADAM HENDERSON" userId="S::2300867@uad.ac.uk::5efabb99-00c3-4828-a173-f79ad4aee234" providerId="AD" clId="Web-{5B1F0EF6-A875-9DA2-D373-5C97FDE85EF6}" dt="2025-12-14T19:56:44.152" v="611" actId="20577"/>
          <ac:spMkLst>
            <pc:docMk/>
            <pc:sldMk cId="1841927422" sldId="259"/>
            <ac:spMk id="2" creationId="{B0CF8651-B72F-5DF5-D6A4-D99EFBABD322}"/>
          </ac:spMkLst>
        </pc:spChg>
        <pc:spChg chg="mod">
          <ac:chgData name="ADAM HENDERSON" userId="S::2300867@uad.ac.uk::5efabb99-00c3-4828-a173-f79ad4aee234" providerId="AD" clId="Web-{5B1F0EF6-A875-9DA2-D373-5C97FDE85EF6}" dt="2025-12-14T20:08:20.979" v="1555" actId="20577"/>
          <ac:spMkLst>
            <pc:docMk/>
            <pc:sldMk cId="1841927422" sldId="259"/>
            <ac:spMk id="3" creationId="{A7B5556A-8212-6082-7E55-5F176E69386F}"/>
          </ac:spMkLst>
        </pc:spChg>
      </pc:sldChg>
      <pc:sldChg chg="modSp add del replId">
        <pc:chgData name="ADAM HENDERSON" userId="S::2300867@uad.ac.uk::5efabb99-00c3-4828-a173-f79ad4aee234" providerId="AD" clId="Web-{5B1F0EF6-A875-9DA2-D373-5C97FDE85EF6}" dt="2025-12-15T01:37:24.412" v="7042"/>
        <pc:sldMkLst>
          <pc:docMk/>
          <pc:sldMk cId="1796010715" sldId="260"/>
        </pc:sldMkLst>
        <pc:spChg chg="mod">
          <ac:chgData name="ADAM HENDERSON" userId="S::2300867@uad.ac.uk::5efabb99-00c3-4828-a173-f79ad4aee234" providerId="AD" clId="Web-{5B1F0EF6-A875-9DA2-D373-5C97FDE85EF6}" dt="2025-12-14T20:08:55.262" v="1581" actId="20577"/>
          <ac:spMkLst>
            <pc:docMk/>
            <pc:sldMk cId="1796010715" sldId="260"/>
            <ac:spMk id="2" creationId="{F0C68326-CF17-583F-5C59-5EE80FFF3D1B}"/>
          </ac:spMkLst>
        </pc:spChg>
        <pc:spChg chg="mod">
          <ac:chgData name="ADAM HENDERSON" userId="S::2300867@uad.ac.uk::5efabb99-00c3-4828-a173-f79ad4aee234" providerId="AD" clId="Web-{5B1F0EF6-A875-9DA2-D373-5C97FDE85EF6}" dt="2025-12-14T20:30:59.924" v="1853" actId="20577"/>
          <ac:spMkLst>
            <pc:docMk/>
            <pc:sldMk cId="1796010715" sldId="260"/>
            <ac:spMk id="3" creationId="{63557F9D-92BB-5007-B195-BFC2C11CB384}"/>
          </ac:spMkLst>
        </pc:spChg>
      </pc:sldChg>
      <pc:sldChg chg="modSp add del replId">
        <pc:chgData name="ADAM HENDERSON" userId="S::2300867@uad.ac.uk::5efabb99-00c3-4828-a173-f79ad4aee234" providerId="AD" clId="Web-{5B1F0EF6-A875-9DA2-D373-5C97FDE85EF6}" dt="2025-12-15T01:37:25.662" v="7043"/>
        <pc:sldMkLst>
          <pc:docMk/>
          <pc:sldMk cId="1301604734" sldId="261"/>
        </pc:sldMkLst>
        <pc:spChg chg="mod">
          <ac:chgData name="ADAM HENDERSON" userId="S::2300867@uad.ac.uk::5efabb99-00c3-4828-a173-f79ad4aee234" providerId="AD" clId="Web-{5B1F0EF6-A875-9DA2-D373-5C97FDE85EF6}" dt="2025-12-14T20:32:22.240" v="1883" actId="20577"/>
          <ac:spMkLst>
            <pc:docMk/>
            <pc:sldMk cId="1301604734" sldId="261"/>
            <ac:spMk id="2" creationId="{D4067E8D-F06D-C5CC-D9A8-A4942D74D1ED}"/>
          </ac:spMkLst>
        </pc:spChg>
        <pc:spChg chg="mod">
          <ac:chgData name="ADAM HENDERSON" userId="S::2300867@uad.ac.uk::5efabb99-00c3-4828-a173-f79ad4aee234" providerId="AD" clId="Web-{5B1F0EF6-A875-9DA2-D373-5C97FDE85EF6}" dt="2025-12-14T20:33:59.994" v="2181" actId="20577"/>
          <ac:spMkLst>
            <pc:docMk/>
            <pc:sldMk cId="1301604734" sldId="261"/>
            <ac:spMk id="3" creationId="{1974EC13-B212-BB1C-0EA3-89CE50B51F2C}"/>
          </ac:spMkLst>
        </pc:spChg>
      </pc:sldChg>
      <pc:sldChg chg="add del replId">
        <pc:chgData name="ADAM HENDERSON" userId="S::2300867@uad.ac.uk::5efabb99-00c3-4828-a173-f79ad4aee234" providerId="AD" clId="Web-{5B1F0EF6-A875-9DA2-D373-5C97FDE85EF6}" dt="2025-12-14T20:31:07.190" v="1855"/>
        <pc:sldMkLst>
          <pc:docMk/>
          <pc:sldMk cId="4019129896" sldId="261"/>
        </pc:sldMkLst>
      </pc:sldChg>
      <pc:sldChg chg="modSp add replId">
        <pc:chgData name="ADAM HENDERSON" userId="S::2300867@uad.ac.uk::5efabb99-00c3-4828-a173-f79ad4aee234" providerId="AD" clId="Web-{5B1F0EF6-A875-9DA2-D373-5C97FDE85EF6}" dt="2025-12-15T03:03:13.487" v="8014" actId="20577"/>
        <pc:sldMkLst>
          <pc:docMk/>
          <pc:sldMk cId="778638968" sldId="262"/>
        </pc:sldMkLst>
        <pc:spChg chg="mod">
          <ac:chgData name="ADAM HENDERSON" userId="S::2300867@uad.ac.uk::5efabb99-00c3-4828-a173-f79ad4aee234" providerId="AD" clId="Web-{5B1F0EF6-A875-9DA2-D373-5C97FDE85EF6}" dt="2025-12-14T20:35:16.027" v="2194" actId="20577"/>
          <ac:spMkLst>
            <pc:docMk/>
            <pc:sldMk cId="778638968" sldId="262"/>
            <ac:spMk id="2" creationId="{CEA2ACE8-E36B-9561-06BC-0759D7C30E46}"/>
          </ac:spMkLst>
        </pc:spChg>
        <pc:spChg chg="mod">
          <ac:chgData name="ADAM HENDERSON" userId="S::2300867@uad.ac.uk::5efabb99-00c3-4828-a173-f79ad4aee234" providerId="AD" clId="Web-{5B1F0EF6-A875-9DA2-D373-5C97FDE85EF6}" dt="2025-12-15T03:03:13.487" v="8014" actId="20577"/>
          <ac:spMkLst>
            <pc:docMk/>
            <pc:sldMk cId="778638968" sldId="262"/>
            <ac:spMk id="3" creationId="{7E3D05DB-61F9-CF58-DD91-03E94BBB3633}"/>
          </ac:spMkLst>
        </pc:spChg>
      </pc:sldChg>
      <pc:sldChg chg="modSp add ord replId">
        <pc:chgData name="ADAM HENDERSON" userId="S::2300867@uad.ac.uk::5efabb99-00c3-4828-a173-f79ad4aee234" providerId="AD" clId="Web-{5B1F0EF6-A875-9DA2-D373-5C97FDE85EF6}" dt="2025-12-15T03:02:38.315" v="7971" actId="20577"/>
        <pc:sldMkLst>
          <pc:docMk/>
          <pc:sldMk cId="1038260855" sldId="263"/>
        </pc:sldMkLst>
        <pc:spChg chg="mod">
          <ac:chgData name="ADAM HENDERSON" userId="S::2300867@uad.ac.uk::5efabb99-00c3-4828-a173-f79ad4aee234" providerId="AD" clId="Web-{5B1F0EF6-A875-9DA2-D373-5C97FDE85EF6}" dt="2025-12-14T20:38:12.531" v="2600" actId="20577"/>
          <ac:spMkLst>
            <pc:docMk/>
            <pc:sldMk cId="1038260855" sldId="263"/>
            <ac:spMk id="2" creationId="{C46A039C-AB98-7D2E-E4B1-A6E88CA1DA5F}"/>
          </ac:spMkLst>
        </pc:spChg>
        <pc:spChg chg="mod">
          <ac:chgData name="ADAM HENDERSON" userId="S::2300867@uad.ac.uk::5efabb99-00c3-4828-a173-f79ad4aee234" providerId="AD" clId="Web-{5B1F0EF6-A875-9DA2-D373-5C97FDE85EF6}" dt="2025-12-15T03:02:38.315" v="7971" actId="20577"/>
          <ac:spMkLst>
            <pc:docMk/>
            <pc:sldMk cId="1038260855" sldId="263"/>
            <ac:spMk id="3" creationId="{F8D5D69E-A405-03F6-26A6-6AC5197D212C}"/>
          </ac:spMkLst>
        </pc:spChg>
      </pc:sldChg>
      <pc:sldChg chg="modSp add replId">
        <pc:chgData name="ADAM HENDERSON" userId="S::2300867@uad.ac.uk::5efabb99-00c3-4828-a173-f79ad4aee234" providerId="AD" clId="Web-{5B1F0EF6-A875-9DA2-D373-5C97FDE85EF6}" dt="2025-12-15T03:03:17.675" v="8018" actId="20577"/>
        <pc:sldMkLst>
          <pc:docMk/>
          <pc:sldMk cId="403703681" sldId="264"/>
        </pc:sldMkLst>
        <pc:spChg chg="mod">
          <ac:chgData name="ADAM HENDERSON" userId="S::2300867@uad.ac.uk::5efabb99-00c3-4828-a173-f79ad4aee234" providerId="AD" clId="Web-{5B1F0EF6-A875-9DA2-D373-5C97FDE85EF6}" dt="2025-12-14T20:47:11.696" v="3061" actId="20577"/>
          <ac:spMkLst>
            <pc:docMk/>
            <pc:sldMk cId="403703681" sldId="264"/>
            <ac:spMk id="2" creationId="{B687B907-A79E-C3FF-6849-97577614AFA5}"/>
          </ac:spMkLst>
        </pc:spChg>
        <pc:spChg chg="mod">
          <ac:chgData name="ADAM HENDERSON" userId="S::2300867@uad.ac.uk::5efabb99-00c3-4828-a173-f79ad4aee234" providerId="AD" clId="Web-{5B1F0EF6-A875-9DA2-D373-5C97FDE85EF6}" dt="2025-12-15T03:03:17.675" v="8018" actId="20577"/>
          <ac:spMkLst>
            <pc:docMk/>
            <pc:sldMk cId="403703681" sldId="264"/>
            <ac:spMk id="3" creationId="{DCE72E97-652F-F349-8155-E0749E08620B}"/>
          </ac:spMkLst>
        </pc:spChg>
      </pc:sldChg>
      <pc:sldChg chg="add del replId">
        <pc:chgData name="ADAM HENDERSON" userId="S::2300867@uad.ac.uk::5efabb99-00c3-4828-a173-f79ad4aee234" providerId="AD" clId="Web-{5B1F0EF6-A875-9DA2-D373-5C97FDE85EF6}" dt="2025-12-15T00:54:29.303" v="5838"/>
        <pc:sldMkLst>
          <pc:docMk/>
          <pc:sldMk cId="2140042409" sldId="265"/>
        </pc:sldMkLst>
      </pc:sldChg>
      <pc:sldChg chg="modSp add ord replId">
        <pc:chgData name="ADAM HENDERSON" userId="S::2300867@uad.ac.uk::5efabb99-00c3-4828-a173-f79ad4aee234" providerId="AD" clId="Web-{5B1F0EF6-A875-9DA2-D373-5C97FDE85EF6}" dt="2025-12-15T03:03:07.284" v="8010" actId="20577"/>
        <pc:sldMkLst>
          <pc:docMk/>
          <pc:sldMk cId="1196069750" sldId="266"/>
        </pc:sldMkLst>
        <pc:spChg chg="mod">
          <ac:chgData name="ADAM HENDERSON" userId="S::2300867@uad.ac.uk::5efabb99-00c3-4828-a173-f79ad4aee234" providerId="AD" clId="Web-{5B1F0EF6-A875-9DA2-D373-5C97FDE85EF6}" dt="2025-12-14T23:45:18.286" v="3477" actId="20577"/>
          <ac:spMkLst>
            <pc:docMk/>
            <pc:sldMk cId="1196069750" sldId="266"/>
            <ac:spMk id="2" creationId="{42C331E4-70DB-89A5-D23B-C44A3E0E6D8A}"/>
          </ac:spMkLst>
        </pc:spChg>
        <pc:spChg chg="mod">
          <ac:chgData name="ADAM HENDERSON" userId="S::2300867@uad.ac.uk::5efabb99-00c3-4828-a173-f79ad4aee234" providerId="AD" clId="Web-{5B1F0EF6-A875-9DA2-D373-5C97FDE85EF6}" dt="2025-12-15T03:03:07.284" v="8010" actId="20577"/>
          <ac:spMkLst>
            <pc:docMk/>
            <pc:sldMk cId="1196069750" sldId="266"/>
            <ac:spMk id="3" creationId="{C7F06225-5AF3-79AE-D01F-45C6D23178F1}"/>
          </ac:spMkLst>
        </pc:spChg>
      </pc:sldChg>
      <pc:sldChg chg="modSp add replId">
        <pc:chgData name="ADAM HENDERSON" userId="S::2300867@uad.ac.uk::5efabb99-00c3-4828-a173-f79ad4aee234" providerId="AD" clId="Web-{5B1F0EF6-A875-9DA2-D373-5C97FDE85EF6}" dt="2025-12-15T03:03:23.487" v="8022" actId="20577"/>
        <pc:sldMkLst>
          <pc:docMk/>
          <pc:sldMk cId="1899690519" sldId="267"/>
        </pc:sldMkLst>
        <pc:spChg chg="mod">
          <ac:chgData name="ADAM HENDERSON" userId="S::2300867@uad.ac.uk::5efabb99-00c3-4828-a173-f79ad4aee234" providerId="AD" clId="Web-{5B1F0EF6-A875-9DA2-D373-5C97FDE85EF6}" dt="2025-12-15T02:44:21.985" v="7316" actId="20577"/>
          <ac:spMkLst>
            <pc:docMk/>
            <pc:sldMk cId="1899690519" sldId="267"/>
            <ac:spMk id="2" creationId="{A55A52FF-F5A5-BCFF-D157-3716B39DA2BF}"/>
          </ac:spMkLst>
        </pc:spChg>
        <pc:spChg chg="mod">
          <ac:chgData name="ADAM HENDERSON" userId="S::2300867@uad.ac.uk::5efabb99-00c3-4828-a173-f79ad4aee234" providerId="AD" clId="Web-{5B1F0EF6-A875-9DA2-D373-5C97FDE85EF6}" dt="2025-12-15T03:03:23.487" v="8022" actId="20577"/>
          <ac:spMkLst>
            <pc:docMk/>
            <pc:sldMk cId="1899690519" sldId="267"/>
            <ac:spMk id="3" creationId="{9C8F70C3-C77A-8564-8D8F-167BC8DEFE92}"/>
          </ac:spMkLst>
        </pc:spChg>
      </pc:sldChg>
      <pc:sldChg chg="add del replId">
        <pc:chgData name="ADAM HENDERSON" userId="S::2300867@uad.ac.uk::5efabb99-00c3-4828-a173-f79ad4aee234" providerId="AD" clId="Web-{5B1F0EF6-A875-9DA2-D373-5C97FDE85EF6}" dt="2025-12-14T23:59:16.211" v="4398"/>
        <pc:sldMkLst>
          <pc:docMk/>
          <pc:sldMk cId="251340837" sldId="268"/>
        </pc:sldMkLst>
      </pc:sldChg>
      <pc:sldChg chg="modSp add del replId">
        <pc:chgData name="ADAM HENDERSON" userId="S::2300867@uad.ac.uk::5efabb99-00c3-4828-a173-f79ad4aee234" providerId="AD" clId="Web-{5B1F0EF6-A875-9DA2-D373-5C97FDE85EF6}" dt="2025-12-15T02:45:42.897" v="7407"/>
        <pc:sldMkLst>
          <pc:docMk/>
          <pc:sldMk cId="304905196" sldId="268"/>
        </pc:sldMkLst>
        <pc:spChg chg="mod">
          <ac:chgData name="ADAM HENDERSON" userId="S::2300867@uad.ac.uk::5efabb99-00c3-4828-a173-f79ad4aee234" providerId="AD" clId="Web-{5B1F0EF6-A875-9DA2-D373-5C97FDE85EF6}" dt="2025-12-14T23:59:22.054" v="4404" actId="20577"/>
          <ac:spMkLst>
            <pc:docMk/>
            <pc:sldMk cId="304905196" sldId="268"/>
            <ac:spMk id="2" creationId="{6BC6B44E-C337-6CC8-3D09-52775BB18E3B}"/>
          </ac:spMkLst>
        </pc:spChg>
        <pc:spChg chg="mod">
          <ac:chgData name="ADAM HENDERSON" userId="S::2300867@uad.ac.uk::5efabb99-00c3-4828-a173-f79ad4aee234" providerId="AD" clId="Web-{5B1F0EF6-A875-9DA2-D373-5C97FDE85EF6}" dt="2025-12-15T00:00:04.383" v="4448" actId="20577"/>
          <ac:spMkLst>
            <pc:docMk/>
            <pc:sldMk cId="304905196" sldId="268"/>
            <ac:spMk id="3" creationId="{84DD9108-4F02-9516-1690-3F5FA55E22FA}"/>
          </ac:spMkLst>
        </pc:spChg>
      </pc:sldChg>
      <pc:sldChg chg="modSp add replId">
        <pc:chgData name="ADAM HENDERSON" userId="S::2300867@uad.ac.uk::5efabb99-00c3-4828-a173-f79ad4aee234" providerId="AD" clId="Web-{5B1F0EF6-A875-9DA2-D373-5C97FDE85EF6}" dt="2025-12-15T03:03:27.519" v="8025" actId="20577"/>
        <pc:sldMkLst>
          <pc:docMk/>
          <pc:sldMk cId="1874275221" sldId="269"/>
        </pc:sldMkLst>
        <pc:spChg chg="mod">
          <ac:chgData name="ADAM HENDERSON" userId="S::2300867@uad.ac.uk::5efabb99-00c3-4828-a173-f79ad4aee234" providerId="AD" clId="Web-{5B1F0EF6-A875-9DA2-D373-5C97FDE85EF6}" dt="2025-12-15T00:01:16.406" v="4492" actId="20577"/>
          <ac:spMkLst>
            <pc:docMk/>
            <pc:sldMk cId="1874275221" sldId="269"/>
            <ac:spMk id="2" creationId="{D8285B22-41BD-E161-8851-202C156F576D}"/>
          </ac:spMkLst>
        </pc:spChg>
        <pc:spChg chg="mod">
          <ac:chgData name="ADAM HENDERSON" userId="S::2300867@uad.ac.uk::5efabb99-00c3-4828-a173-f79ad4aee234" providerId="AD" clId="Web-{5B1F0EF6-A875-9DA2-D373-5C97FDE85EF6}" dt="2025-12-15T03:03:27.519" v="8025" actId="20577"/>
          <ac:spMkLst>
            <pc:docMk/>
            <pc:sldMk cId="1874275221" sldId="269"/>
            <ac:spMk id="3" creationId="{D97977BA-97CB-F1A2-C03A-CD6877762915}"/>
          </ac:spMkLst>
        </pc:spChg>
      </pc:sldChg>
      <pc:sldChg chg="add del">
        <pc:chgData name="ADAM HENDERSON" userId="S::2300867@uad.ac.uk::5efabb99-00c3-4828-a173-f79ad4aee234" providerId="AD" clId="Web-{5B1F0EF6-A875-9DA2-D373-5C97FDE85EF6}" dt="2025-12-15T00:00:52.575" v="4450"/>
        <pc:sldMkLst>
          <pc:docMk/>
          <pc:sldMk cId="3255878042" sldId="269"/>
        </pc:sldMkLst>
      </pc:sldChg>
      <pc:sldChg chg="modSp add del replId">
        <pc:chgData name="ADAM HENDERSON" userId="S::2300867@uad.ac.uk::5efabb99-00c3-4828-a173-f79ad4aee234" providerId="AD" clId="Web-{5B1F0EF6-A875-9DA2-D373-5C97FDE85EF6}" dt="2025-12-15T01:38:00.508" v="7044"/>
        <pc:sldMkLst>
          <pc:docMk/>
          <pc:sldMk cId="3416913518" sldId="270"/>
        </pc:sldMkLst>
        <pc:spChg chg="mod">
          <ac:chgData name="ADAM HENDERSON" userId="S::2300867@uad.ac.uk::5efabb99-00c3-4828-a173-f79ad4aee234" providerId="AD" clId="Web-{5B1F0EF6-A875-9DA2-D373-5C97FDE85EF6}" dt="2025-12-15T00:05:31.578" v="4812" actId="20577"/>
          <ac:spMkLst>
            <pc:docMk/>
            <pc:sldMk cId="3416913518" sldId="270"/>
            <ac:spMk id="2" creationId="{CC257C2B-5655-08AA-803D-387746442D7B}"/>
          </ac:spMkLst>
        </pc:spChg>
        <pc:spChg chg="mod">
          <ac:chgData name="ADAM HENDERSON" userId="S::2300867@uad.ac.uk::5efabb99-00c3-4828-a173-f79ad4aee234" providerId="AD" clId="Web-{5B1F0EF6-A875-9DA2-D373-5C97FDE85EF6}" dt="2025-12-15T00:06:59.550" v="4964" actId="20577"/>
          <ac:spMkLst>
            <pc:docMk/>
            <pc:sldMk cId="3416913518" sldId="270"/>
            <ac:spMk id="3" creationId="{BFA572A4-714F-9FA3-B865-1CD4C8A68545}"/>
          </ac:spMkLst>
        </pc:spChg>
      </pc:sldChg>
      <pc:sldChg chg="modSp add replId">
        <pc:chgData name="ADAM HENDERSON" userId="S::2300867@uad.ac.uk::5efabb99-00c3-4828-a173-f79ad4aee234" providerId="AD" clId="Web-{5B1F0EF6-A875-9DA2-D373-5C97FDE85EF6}" dt="2025-12-15T03:03:33.644" v="8029" actId="20577"/>
        <pc:sldMkLst>
          <pc:docMk/>
          <pc:sldMk cId="2653706410" sldId="271"/>
        </pc:sldMkLst>
        <pc:spChg chg="mod">
          <ac:chgData name="ADAM HENDERSON" userId="S::2300867@uad.ac.uk::5efabb99-00c3-4828-a173-f79ad4aee234" providerId="AD" clId="Web-{5B1F0EF6-A875-9DA2-D373-5C97FDE85EF6}" dt="2025-12-15T00:10:15.622" v="4974" actId="20577"/>
          <ac:spMkLst>
            <pc:docMk/>
            <pc:sldMk cId="2653706410" sldId="271"/>
            <ac:spMk id="2" creationId="{71920A4C-F913-4260-1C25-F0072ABB36A8}"/>
          </ac:spMkLst>
        </pc:spChg>
        <pc:spChg chg="mod">
          <ac:chgData name="ADAM HENDERSON" userId="S::2300867@uad.ac.uk::5efabb99-00c3-4828-a173-f79ad4aee234" providerId="AD" clId="Web-{5B1F0EF6-A875-9DA2-D373-5C97FDE85EF6}" dt="2025-12-15T03:03:33.644" v="8029" actId="20577"/>
          <ac:spMkLst>
            <pc:docMk/>
            <pc:sldMk cId="2653706410" sldId="271"/>
            <ac:spMk id="3" creationId="{9BE9C191-403B-6C5B-E8AA-F4FA3014D9B6}"/>
          </ac:spMkLst>
        </pc:spChg>
      </pc:sldChg>
      <pc:sldChg chg="add del replId">
        <pc:chgData name="ADAM HENDERSON" userId="S::2300867@uad.ac.uk::5efabb99-00c3-4828-a173-f79ad4aee234" providerId="AD" clId="Web-{5B1F0EF6-A875-9DA2-D373-5C97FDE85EF6}" dt="2025-12-15T01:41:15.686" v="7105"/>
        <pc:sldMkLst>
          <pc:docMk/>
          <pc:sldMk cId="540465826" sldId="272"/>
        </pc:sldMkLst>
      </pc:sldChg>
      <pc:sldChg chg="modSp add del replId">
        <pc:chgData name="ADAM HENDERSON" userId="S::2300867@uad.ac.uk::5efabb99-00c3-4828-a173-f79ad4aee234" providerId="AD" clId="Web-{5B1F0EF6-A875-9DA2-D373-5C97FDE85EF6}" dt="2025-12-15T02:44:09.501" v="7312"/>
        <pc:sldMkLst>
          <pc:docMk/>
          <pc:sldMk cId="270597943" sldId="273"/>
        </pc:sldMkLst>
        <pc:spChg chg="mod">
          <ac:chgData name="ADAM HENDERSON" userId="S::2300867@uad.ac.uk::5efabb99-00c3-4828-a173-f79ad4aee234" providerId="AD" clId="Web-{5B1F0EF6-A875-9DA2-D373-5C97FDE85EF6}" dt="2025-12-15T01:40:02.465" v="7054" actId="20577"/>
          <ac:spMkLst>
            <pc:docMk/>
            <pc:sldMk cId="270597943" sldId="273"/>
            <ac:spMk id="2" creationId="{B0735654-7402-C746-EB45-19B854E77FFC}"/>
          </ac:spMkLst>
        </pc:spChg>
        <pc:spChg chg="mod">
          <ac:chgData name="ADAM HENDERSON" userId="S::2300867@uad.ac.uk::5efabb99-00c3-4828-a173-f79ad4aee234" providerId="AD" clId="Web-{5B1F0EF6-A875-9DA2-D373-5C97FDE85EF6}" dt="2025-12-15T02:44:01.923" v="7308" actId="20577"/>
          <ac:spMkLst>
            <pc:docMk/>
            <pc:sldMk cId="270597943" sldId="273"/>
            <ac:spMk id="3" creationId="{ED289461-D864-3181-4537-36713198302E}"/>
          </ac:spMkLst>
        </pc:spChg>
      </pc:sldChg>
      <pc:sldChg chg="addSp delSp modSp add del replId">
        <pc:chgData name="ADAM HENDERSON" userId="S::2300867@uad.ac.uk::5efabb99-00c3-4828-a173-f79ad4aee234" providerId="AD" clId="Web-{5B1F0EF6-A875-9DA2-D373-5C97FDE85EF6}" dt="2025-12-15T01:40:59.185" v="7097"/>
        <pc:sldMkLst>
          <pc:docMk/>
          <pc:sldMk cId="2563971758" sldId="274"/>
        </pc:sldMkLst>
        <pc:spChg chg="mod">
          <ac:chgData name="ADAM HENDERSON" userId="S::2300867@uad.ac.uk::5efabb99-00c3-4828-a173-f79ad4aee234" providerId="AD" clId="Web-{5B1F0EF6-A875-9DA2-D373-5C97FDE85EF6}" dt="2025-12-15T00:26:28.787" v="5564" actId="20577"/>
          <ac:spMkLst>
            <pc:docMk/>
            <pc:sldMk cId="2563971758" sldId="274"/>
            <ac:spMk id="2" creationId="{8F8C32CF-E618-3156-4732-0345CDB68C47}"/>
          </ac:spMkLst>
        </pc:spChg>
        <pc:spChg chg="mod">
          <ac:chgData name="ADAM HENDERSON" userId="S::2300867@uad.ac.uk::5efabb99-00c3-4828-a173-f79ad4aee234" providerId="AD" clId="Web-{5B1F0EF6-A875-9DA2-D373-5C97FDE85EF6}" dt="2025-12-15T00:27:48.106" v="5636" actId="20577"/>
          <ac:spMkLst>
            <pc:docMk/>
            <pc:sldMk cId="2563971758" sldId="274"/>
            <ac:spMk id="3" creationId="{89BAECAA-C7AF-36AA-3820-0BDF15AB034A}"/>
          </ac:spMkLst>
        </pc:spChg>
        <pc:spChg chg="add del mod">
          <ac:chgData name="ADAM HENDERSON" userId="S::2300867@uad.ac.uk::5efabb99-00c3-4828-a173-f79ad4aee234" providerId="AD" clId="Web-{5B1F0EF6-A875-9DA2-D373-5C97FDE85EF6}" dt="2025-12-15T00:27:52.606" v="5640"/>
          <ac:spMkLst>
            <pc:docMk/>
            <pc:sldMk cId="2563971758" sldId="274"/>
            <ac:spMk id="4" creationId="{72AA790F-7CE4-A344-25A7-B2EFF0DC9F6C}"/>
          </ac:spMkLst>
        </pc:spChg>
      </pc:sldChg>
      <pc:sldChg chg="modSp add del replId">
        <pc:chgData name="ADAM HENDERSON" userId="S::2300867@uad.ac.uk::5efabb99-00c3-4828-a173-f79ad4aee234" providerId="AD" clId="Web-{5B1F0EF6-A875-9DA2-D373-5C97FDE85EF6}" dt="2025-12-15T01:34:53.107" v="6694"/>
        <pc:sldMkLst>
          <pc:docMk/>
          <pc:sldMk cId="1040658126" sldId="275"/>
        </pc:sldMkLst>
        <pc:spChg chg="mod">
          <ac:chgData name="ADAM HENDERSON" userId="S::2300867@uad.ac.uk::5efabb99-00c3-4828-a173-f79ad4aee234" providerId="AD" clId="Web-{5B1F0EF6-A875-9DA2-D373-5C97FDE85EF6}" dt="2025-12-15T00:28:20.826" v="5673" actId="20577"/>
          <ac:spMkLst>
            <pc:docMk/>
            <pc:sldMk cId="1040658126" sldId="275"/>
            <ac:spMk id="2" creationId="{78D354BC-3A97-9A53-072F-0A0B4AF9E733}"/>
          </ac:spMkLst>
        </pc:spChg>
        <pc:spChg chg="mod">
          <ac:chgData name="ADAM HENDERSON" userId="S::2300867@uad.ac.uk::5efabb99-00c3-4828-a173-f79ad4aee234" providerId="AD" clId="Web-{5B1F0EF6-A875-9DA2-D373-5C97FDE85EF6}" dt="2025-12-15T00:29:16.171" v="5833" actId="20577"/>
          <ac:spMkLst>
            <pc:docMk/>
            <pc:sldMk cId="1040658126" sldId="275"/>
            <ac:spMk id="3" creationId="{943B5AFB-D2C9-19FF-69A7-2BF81C1184E4}"/>
          </ac:spMkLst>
        </pc:spChg>
      </pc:sldChg>
      <pc:sldChg chg="add del replId">
        <pc:chgData name="ADAM HENDERSON" userId="S::2300867@uad.ac.uk::5efabb99-00c3-4828-a173-f79ad4aee234" providerId="AD" clId="Web-{5B1F0EF6-A875-9DA2-D373-5C97FDE85EF6}" dt="2025-12-15T01:25:34.790" v="6090"/>
        <pc:sldMkLst>
          <pc:docMk/>
          <pc:sldMk cId="648771253" sldId="276"/>
        </pc:sldMkLst>
      </pc:sldChg>
      <pc:sldChg chg="modSp add ord replId">
        <pc:chgData name="ADAM HENDERSON" userId="S::2300867@uad.ac.uk::5efabb99-00c3-4828-a173-f79ad4aee234" providerId="AD" clId="Web-{5B1F0EF6-A875-9DA2-D373-5C97FDE85EF6}" dt="2025-12-15T03:02:43.753" v="7985" actId="20577"/>
        <pc:sldMkLst>
          <pc:docMk/>
          <pc:sldMk cId="1828305100" sldId="277"/>
        </pc:sldMkLst>
        <pc:spChg chg="mod">
          <ac:chgData name="ADAM HENDERSON" userId="S::2300867@uad.ac.uk::5efabb99-00c3-4828-a173-f79ad4aee234" providerId="AD" clId="Web-{5B1F0EF6-A875-9DA2-D373-5C97FDE85EF6}" dt="2025-12-15T00:58:00.727" v="5849" actId="20577"/>
          <ac:spMkLst>
            <pc:docMk/>
            <pc:sldMk cId="1828305100" sldId="277"/>
            <ac:spMk id="2" creationId="{B148D6D7-935E-9C74-C28C-D9DF36C2FA95}"/>
          </ac:spMkLst>
        </pc:spChg>
        <pc:spChg chg="mod">
          <ac:chgData name="ADAM HENDERSON" userId="S::2300867@uad.ac.uk::5efabb99-00c3-4828-a173-f79ad4aee234" providerId="AD" clId="Web-{5B1F0EF6-A875-9DA2-D373-5C97FDE85EF6}" dt="2025-12-15T03:02:43.753" v="7985" actId="20577"/>
          <ac:spMkLst>
            <pc:docMk/>
            <pc:sldMk cId="1828305100" sldId="277"/>
            <ac:spMk id="3" creationId="{745A51F7-15E2-D364-CDBF-460FF1A77D83}"/>
          </ac:spMkLst>
        </pc:spChg>
      </pc:sldChg>
      <pc:sldChg chg="modSp add del">
        <pc:chgData name="ADAM HENDERSON" userId="S::2300867@uad.ac.uk::5efabb99-00c3-4828-a173-f79ad4aee234" providerId="AD" clId="Web-{5B1F0EF6-A875-9DA2-D373-5C97FDE85EF6}" dt="2025-12-15T00:53:59.942" v="5837"/>
        <pc:sldMkLst>
          <pc:docMk/>
          <pc:sldMk cId="3070072444" sldId="277"/>
        </pc:sldMkLst>
        <pc:spChg chg="mod">
          <ac:chgData name="ADAM HENDERSON" userId="S::2300867@uad.ac.uk::5efabb99-00c3-4828-a173-f79ad4aee234" providerId="AD" clId="Web-{5B1F0EF6-A875-9DA2-D373-5C97FDE85EF6}" dt="2025-12-15T00:53:58.301" v="5836" actId="20577"/>
          <ac:spMkLst>
            <pc:docMk/>
            <pc:sldMk cId="3070072444" sldId="277"/>
            <ac:spMk id="2" creationId="{F5CC92D7-A997-2061-D7BD-F0A5FCC3CBA5}"/>
          </ac:spMkLst>
        </pc:spChg>
      </pc:sldChg>
      <pc:sldChg chg="add del">
        <pc:chgData name="ADAM HENDERSON" userId="S::2300867@uad.ac.uk::5efabb99-00c3-4828-a173-f79ad4aee234" providerId="AD" clId="Web-{5B1F0EF6-A875-9DA2-D373-5C97FDE85EF6}" dt="2025-12-15T00:57:46.399" v="5840"/>
        <pc:sldMkLst>
          <pc:docMk/>
          <pc:sldMk cId="3418464805" sldId="277"/>
        </pc:sldMkLst>
      </pc:sldChg>
      <pc:sldChg chg="modSp add ord replId">
        <pc:chgData name="ADAM HENDERSON" userId="S::2300867@uad.ac.uk::5efabb99-00c3-4828-a173-f79ad4aee234" providerId="AD" clId="Web-{5B1F0EF6-A875-9DA2-D373-5C97FDE85EF6}" dt="2025-12-15T03:02:24.299" v="7932" actId="20577"/>
        <pc:sldMkLst>
          <pc:docMk/>
          <pc:sldMk cId="2042611135" sldId="278"/>
        </pc:sldMkLst>
        <pc:spChg chg="mod">
          <ac:chgData name="ADAM HENDERSON" userId="S::2300867@uad.ac.uk::5efabb99-00c3-4828-a173-f79ad4aee234" providerId="AD" clId="Web-{5B1F0EF6-A875-9DA2-D373-5C97FDE85EF6}" dt="2025-12-15T02:59:55.484" v="7870" actId="20577"/>
          <ac:spMkLst>
            <pc:docMk/>
            <pc:sldMk cId="2042611135" sldId="278"/>
            <ac:spMk id="2" creationId="{E2FF580E-8323-7376-83CA-BD8C04D96DB2}"/>
          </ac:spMkLst>
        </pc:spChg>
        <pc:spChg chg="mod">
          <ac:chgData name="ADAM HENDERSON" userId="S::2300867@uad.ac.uk::5efabb99-00c3-4828-a173-f79ad4aee234" providerId="AD" clId="Web-{5B1F0EF6-A875-9DA2-D373-5C97FDE85EF6}" dt="2025-12-15T03:02:24.299" v="7932" actId="20577"/>
          <ac:spMkLst>
            <pc:docMk/>
            <pc:sldMk cId="2042611135" sldId="278"/>
            <ac:spMk id="3" creationId="{5161B37D-C6D3-9A82-AEE4-0309486CA80D}"/>
          </ac:spMkLst>
        </pc:spChg>
      </pc:sldChg>
      <pc:sldChg chg="modSp add replId modNotes">
        <pc:chgData name="ADAM HENDERSON" userId="S::2300867@uad.ac.uk::5efabb99-00c3-4828-a173-f79ad4aee234" providerId="AD" clId="Web-{5B1F0EF6-A875-9DA2-D373-5C97FDE85EF6}" dt="2025-12-15T03:02:31.362" v="7950" actId="20577"/>
        <pc:sldMkLst>
          <pc:docMk/>
          <pc:sldMk cId="2483244326" sldId="279"/>
        </pc:sldMkLst>
        <pc:spChg chg="mod">
          <ac:chgData name="ADAM HENDERSON" userId="S::2300867@uad.ac.uk::5efabb99-00c3-4828-a173-f79ad4aee234" providerId="AD" clId="Web-{5B1F0EF6-A875-9DA2-D373-5C97FDE85EF6}" dt="2025-12-15T01:35:19.453" v="6707" actId="20577"/>
          <ac:spMkLst>
            <pc:docMk/>
            <pc:sldMk cId="2483244326" sldId="279"/>
            <ac:spMk id="2" creationId="{02E66773-6AA4-90B7-071E-493A48E52768}"/>
          </ac:spMkLst>
        </pc:spChg>
        <pc:spChg chg="mod">
          <ac:chgData name="ADAM HENDERSON" userId="S::2300867@uad.ac.uk::5efabb99-00c3-4828-a173-f79ad4aee234" providerId="AD" clId="Web-{5B1F0EF6-A875-9DA2-D373-5C97FDE85EF6}" dt="2025-12-15T03:02:31.362" v="7950" actId="20577"/>
          <ac:spMkLst>
            <pc:docMk/>
            <pc:sldMk cId="2483244326" sldId="279"/>
            <ac:spMk id="3" creationId="{F1D18010-EB85-F2E3-48CD-2431EDF78573}"/>
          </ac:spMkLst>
        </pc:spChg>
      </pc:sldChg>
      <pc:sldChg chg="addSp modSp new mod setBg modClrScheme chgLayout">
        <pc:chgData name="ADAM HENDERSON" userId="S::2300867@uad.ac.uk::5efabb99-00c3-4828-a173-f79ad4aee234" providerId="AD" clId="Web-{5B1F0EF6-A875-9DA2-D373-5C97FDE85EF6}" dt="2025-12-15T03:04:00.568" v="8049" actId="20577"/>
        <pc:sldMkLst>
          <pc:docMk/>
          <pc:sldMk cId="151055777" sldId="280"/>
        </pc:sldMkLst>
        <pc:spChg chg="mod ord">
          <ac:chgData name="ADAM HENDERSON" userId="S::2300867@uad.ac.uk::5efabb99-00c3-4828-a173-f79ad4aee234" providerId="AD" clId="Web-{5B1F0EF6-A875-9DA2-D373-5C97FDE85EF6}" dt="2025-12-15T03:04:00.568" v="8049" actId="20577"/>
          <ac:spMkLst>
            <pc:docMk/>
            <pc:sldMk cId="151055777" sldId="280"/>
            <ac:spMk id="2" creationId="{119C1379-8320-0257-42FB-1ABF5152EA77}"/>
          </ac:spMkLst>
        </pc:spChg>
        <pc:spChg chg="mod ord">
          <ac:chgData name="ADAM HENDERSON" userId="S::2300867@uad.ac.uk::5efabb99-00c3-4828-a173-f79ad4aee234" providerId="AD" clId="Web-{5B1F0EF6-A875-9DA2-D373-5C97FDE85EF6}" dt="2025-12-15T02:59:17.749" v="7834"/>
          <ac:spMkLst>
            <pc:docMk/>
            <pc:sldMk cId="151055777" sldId="280"/>
            <ac:spMk id="3" creationId="{3D13FE76-A7D5-01DB-0138-CB854E401A80}"/>
          </ac:spMkLst>
        </pc:spChg>
        <pc:spChg chg="add">
          <ac:chgData name="ADAM HENDERSON" userId="S::2300867@uad.ac.uk::5efabb99-00c3-4828-a173-f79ad4aee234" providerId="AD" clId="Web-{5B1F0EF6-A875-9DA2-D373-5C97FDE85EF6}" dt="2025-12-15T02:59:17.749" v="7834"/>
          <ac:spMkLst>
            <pc:docMk/>
            <pc:sldMk cId="151055777" sldId="280"/>
            <ac:spMk id="8" creationId="{C7D023E4-8DE1-436E-9847-ED6A4B4B04FD}"/>
          </ac:spMkLst>
        </pc:spChg>
        <pc:grpChg chg="add">
          <ac:chgData name="ADAM HENDERSON" userId="S::2300867@uad.ac.uk::5efabb99-00c3-4828-a173-f79ad4aee234" providerId="AD" clId="Web-{5B1F0EF6-A875-9DA2-D373-5C97FDE85EF6}" dt="2025-12-15T02:59:17.749" v="7834"/>
          <ac:grpSpMkLst>
            <pc:docMk/>
            <pc:sldMk cId="151055777" sldId="280"/>
            <ac:grpSpMk id="10" creationId="{1FEC590B-3306-47E9-BD67-97F3F76169A4}"/>
          </ac:grpSpMkLst>
        </pc:grpChg>
        <pc:grpChg chg="add">
          <ac:chgData name="ADAM HENDERSON" userId="S::2300867@uad.ac.uk::5efabb99-00c3-4828-a173-f79ad4aee234" providerId="AD" clId="Web-{5B1F0EF6-A875-9DA2-D373-5C97FDE85EF6}" dt="2025-12-15T02:59:17.749" v="7834"/>
          <ac:grpSpMkLst>
            <pc:docMk/>
            <pc:sldMk cId="151055777" sldId="280"/>
            <ac:grpSpMk id="14" creationId="{A47AAF5E-1692-48C9-98FB-6432BF0BC4F7}"/>
          </ac:grpSpMkLst>
        </pc:grpChg>
      </pc:sldChg>
      <pc:sldChg chg="modSp add replId">
        <pc:chgData name="ADAM HENDERSON" userId="S::2300867@uad.ac.uk::5efabb99-00c3-4828-a173-f79ad4aee234" providerId="AD" clId="Web-{5B1F0EF6-A875-9DA2-D373-5C97FDE85EF6}" dt="2025-12-15T03:03:50.505" v="8032" actId="20577"/>
        <pc:sldMkLst>
          <pc:docMk/>
          <pc:sldMk cId="2355001909" sldId="281"/>
        </pc:sldMkLst>
        <pc:spChg chg="mod">
          <ac:chgData name="ADAM HENDERSON" userId="S::2300867@uad.ac.uk::5efabb99-00c3-4828-a173-f79ad4aee234" providerId="AD" clId="Web-{5B1F0EF6-A875-9DA2-D373-5C97FDE85EF6}" dt="2025-12-15T03:03:50.505" v="8032" actId="20577"/>
          <ac:spMkLst>
            <pc:docMk/>
            <pc:sldMk cId="2355001909" sldId="281"/>
            <ac:spMk id="2" creationId="{2D5C9A25-1F80-9A6D-138A-90641B5C5C15}"/>
          </ac:spMkLst>
        </pc:spChg>
      </pc:sldChg>
      <pc:sldChg chg="modSp add replId">
        <pc:chgData name="ADAM HENDERSON" userId="S::2300867@uad.ac.uk::5efabb99-00c3-4828-a173-f79ad4aee234" providerId="AD" clId="Web-{5B1F0EF6-A875-9DA2-D373-5C97FDE85EF6}" dt="2025-12-15T03:02:50.253" v="7995" actId="20577"/>
        <pc:sldMkLst>
          <pc:docMk/>
          <pc:sldMk cId="3341404979" sldId="282"/>
        </pc:sldMkLst>
        <pc:spChg chg="mod">
          <ac:chgData name="ADAM HENDERSON" userId="S::2300867@uad.ac.uk::5efabb99-00c3-4828-a173-f79ad4aee234" providerId="AD" clId="Web-{5B1F0EF6-A875-9DA2-D373-5C97FDE85EF6}" dt="2025-12-15T03:02:50.253" v="7995" actId="20577"/>
          <ac:spMkLst>
            <pc:docMk/>
            <pc:sldMk cId="3341404979" sldId="282"/>
            <ac:spMk id="2" creationId="{492FBA61-E728-48BB-E8AD-6B17659A7C84}"/>
          </ac:spMkLst>
        </pc:spChg>
      </pc:sldChg>
      <pc:sldChg chg="add del replId">
        <pc:chgData name="ADAM HENDERSON" userId="S::2300867@uad.ac.uk::5efabb99-00c3-4828-a173-f79ad4aee234" providerId="AD" clId="Web-{5B1F0EF6-A875-9DA2-D373-5C97FDE85EF6}" dt="2025-12-15T03:01:33.502" v="7900"/>
        <pc:sldMkLst>
          <pc:docMk/>
          <pc:sldMk cId="1325612365" sldId="283"/>
        </pc:sldMkLst>
      </pc:sldChg>
      <pc:sldChg chg="modSp add replId">
        <pc:chgData name="ADAM HENDERSON" userId="S::2300867@uad.ac.uk::5efabb99-00c3-4828-a173-f79ad4aee234" providerId="AD" clId="Web-{5B1F0EF6-A875-9DA2-D373-5C97FDE85EF6}" dt="2025-12-15T03:02:57.675" v="7997" actId="20577"/>
        <pc:sldMkLst>
          <pc:docMk/>
          <pc:sldMk cId="3723518586" sldId="283"/>
        </pc:sldMkLst>
        <pc:spChg chg="mod">
          <ac:chgData name="ADAM HENDERSON" userId="S::2300867@uad.ac.uk::5efabb99-00c3-4828-a173-f79ad4aee234" providerId="AD" clId="Web-{5B1F0EF6-A875-9DA2-D373-5C97FDE85EF6}" dt="2025-12-15T03:02:57.675" v="7997" actId="20577"/>
          <ac:spMkLst>
            <pc:docMk/>
            <pc:sldMk cId="3723518586" sldId="283"/>
            <ac:spMk id="2" creationId="{15DA98C0-C92B-F1A8-B6B2-1112A127935B}"/>
          </ac:spMkLst>
        </pc:sp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EDCB71A-EA26-42AF-A73F-480AB914495A}" type="datetimeFigureOut">
              <a:t>14/12/2025</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67F369B-AAEE-4141-8A2B-072C7E5144A4}" type="slidenum">
              <a:t>‹#›</a:t>
            </a:fld>
            <a:endParaRPr lang="en-GB"/>
          </a:p>
        </p:txBody>
      </p:sp>
    </p:spTree>
    <p:extLst>
      <p:ext uri="{BB962C8B-B14F-4D97-AF65-F5344CB8AC3E}">
        <p14:creationId xmlns:p14="http://schemas.microsoft.com/office/powerpoint/2010/main" val="427932867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a typeface="Calibri"/>
              <a:cs typeface="Calibri"/>
            </a:endParaRPr>
          </a:p>
        </p:txBody>
      </p:sp>
      <p:sp>
        <p:nvSpPr>
          <p:cNvPr id="4" name="Slide Number Placeholder 3"/>
          <p:cNvSpPr>
            <a:spLocks noGrp="1"/>
          </p:cNvSpPr>
          <p:nvPr>
            <p:ph type="sldNum" sz="quarter" idx="5"/>
          </p:nvPr>
        </p:nvSpPr>
        <p:spPr/>
        <p:txBody>
          <a:bodyPr/>
          <a:lstStyle/>
          <a:p>
            <a:fld id="{067F369B-AAEE-4141-8A2B-072C7E5144A4}" type="slidenum">
              <a:t>3</a:t>
            </a:fld>
            <a:endParaRPr lang="en-GB"/>
          </a:p>
        </p:txBody>
      </p:sp>
    </p:spTree>
    <p:extLst>
      <p:ext uri="{BB962C8B-B14F-4D97-AF65-F5344CB8AC3E}">
        <p14:creationId xmlns:p14="http://schemas.microsoft.com/office/powerpoint/2010/main" val="247220627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GB"/>
              <a:t>Click to edit Master title style</a:t>
            </a:r>
            <a:endParaRPr lang="en-GB"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GB" dirty="0"/>
          </a:p>
        </p:txBody>
      </p:sp>
      <p:sp>
        <p:nvSpPr>
          <p:cNvPr id="4" name="Date Placeholder 3"/>
          <p:cNvSpPr>
            <a:spLocks noGrp="1"/>
          </p:cNvSpPr>
          <p:nvPr>
            <p:ph type="dt" sz="half" idx="10"/>
          </p:nvPr>
        </p:nvSpPr>
        <p:spPr/>
        <p:txBody>
          <a:bodyPr/>
          <a:lstStyle/>
          <a:p>
            <a:fld id="{846CE7D5-CF57-46EF-B807-FDD0502418D4}" type="datetimeFigureOut">
              <a:rPr lang="en-GB" smtClean="0"/>
              <a:t>14/12/2025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238538789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GB" dirty="0"/>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4" name="Date Placeholder 3"/>
          <p:cNvSpPr>
            <a:spLocks noGrp="1"/>
          </p:cNvSpPr>
          <p:nvPr>
            <p:ph type="dt" sz="half" idx="10"/>
          </p:nvPr>
        </p:nvSpPr>
        <p:spPr/>
        <p:txBody>
          <a:bodyPr/>
          <a:lstStyle/>
          <a:p>
            <a:fld id="{846CE7D5-CF57-46EF-B807-FDD0502418D4}" type="datetimeFigureOut">
              <a:rPr lang="en-GB" smtClean="0"/>
              <a:t>14/12/2025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94913845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GB"/>
              <a:t>Click to edit Master title style</a:t>
            </a:r>
            <a:endParaRPr lang="en-GB"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fld id="{846CE7D5-CF57-46EF-B807-FDD0502418D4}" type="datetimeFigureOut">
              <a:rPr lang="en-GB" smtClean="0"/>
              <a:t>14/12/2025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259152452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GB" dirty="0"/>
          </a:p>
        </p:txBody>
      </p:sp>
      <p:sp>
        <p:nvSpPr>
          <p:cNvPr id="3" name="Content Placeholder 2"/>
          <p:cNvSpPr>
            <a:spLocks noGrp="1"/>
          </p:cNvSpPr>
          <p:nvPr>
            <p:ph sz="half" idx="1"/>
          </p:nvPr>
        </p:nvSpPr>
        <p:spPr>
          <a:xfrm>
            <a:off x="838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4" name="Content Placeholder 3"/>
          <p:cNvSpPr>
            <a:spLocks noGrp="1"/>
          </p:cNvSpPr>
          <p:nvPr>
            <p:ph sz="half" idx="2"/>
          </p:nvPr>
        </p:nvSpPr>
        <p:spPr>
          <a:xfrm>
            <a:off x="6172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5" name="Date Placeholder 4"/>
          <p:cNvSpPr>
            <a:spLocks noGrp="1"/>
          </p:cNvSpPr>
          <p:nvPr>
            <p:ph type="dt" sz="half" idx="10"/>
          </p:nvPr>
        </p:nvSpPr>
        <p:spPr/>
        <p:txBody>
          <a:bodyPr/>
          <a:lstStyle/>
          <a:p>
            <a:fld id="{846CE7D5-CF57-46EF-B807-FDD0502418D4}" type="datetimeFigureOut">
              <a:rPr lang="en-GB" smtClean="0"/>
              <a:t>14/12/2025</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120309203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GB"/>
              <a:t>Click to edit Master title style</a:t>
            </a:r>
            <a:endParaRPr lang="en-GB"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7" name="Date Placeholder 6"/>
          <p:cNvSpPr>
            <a:spLocks noGrp="1"/>
          </p:cNvSpPr>
          <p:nvPr>
            <p:ph type="dt" sz="half" idx="10"/>
          </p:nvPr>
        </p:nvSpPr>
        <p:spPr/>
        <p:txBody>
          <a:bodyPr/>
          <a:lstStyle/>
          <a:p>
            <a:fld id="{846CE7D5-CF57-46EF-B807-FDD0502418D4}" type="datetimeFigureOut">
              <a:rPr lang="en-GB" smtClean="0"/>
              <a:t>14/12/2025</a:t>
            </a:fld>
            <a:endParaRPr lang="en-GB"/>
          </a:p>
        </p:txBody>
      </p:sp>
      <p:sp>
        <p:nvSpPr>
          <p:cNvPr id="8" name="Footer Placeholder 7"/>
          <p:cNvSpPr>
            <a:spLocks noGrp="1"/>
          </p:cNvSpPr>
          <p:nvPr>
            <p:ph type="ftr" sz="quarter" idx="11"/>
          </p:nvPr>
        </p:nvSpPr>
        <p:spPr/>
        <p:txBody>
          <a:bodyPr/>
          <a:lstStyle/>
          <a:p>
            <a:endParaRPr lang="en-GB"/>
          </a:p>
        </p:txBody>
      </p:sp>
      <p:sp>
        <p:nvSpPr>
          <p:cNvPr id="9" name="Slide Number Placeholder 8"/>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73317233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GB" dirty="0"/>
          </a:p>
        </p:txBody>
      </p:sp>
      <p:sp>
        <p:nvSpPr>
          <p:cNvPr id="3" name="Date Placeholder 2"/>
          <p:cNvSpPr>
            <a:spLocks noGrp="1"/>
          </p:cNvSpPr>
          <p:nvPr>
            <p:ph type="dt" sz="half" idx="10"/>
          </p:nvPr>
        </p:nvSpPr>
        <p:spPr/>
        <p:txBody>
          <a:bodyPr/>
          <a:lstStyle/>
          <a:p>
            <a:fld id="{846CE7D5-CF57-46EF-B807-FDD0502418D4}" type="datetimeFigureOut">
              <a:rPr lang="en-GB" smtClean="0"/>
              <a:t>14/12/2025</a:t>
            </a:fld>
            <a:endParaRPr lang="en-GB"/>
          </a:p>
        </p:txBody>
      </p:sp>
      <p:sp>
        <p:nvSpPr>
          <p:cNvPr id="4" name="Footer Placeholder 3"/>
          <p:cNvSpPr>
            <a:spLocks noGrp="1"/>
          </p:cNvSpPr>
          <p:nvPr>
            <p:ph type="ftr" sz="quarter" idx="11"/>
          </p:nvPr>
        </p:nvSpPr>
        <p:spPr/>
        <p:txBody>
          <a:bodyPr/>
          <a:lstStyle/>
          <a:p>
            <a:endParaRPr lang="en-GB"/>
          </a:p>
        </p:txBody>
      </p:sp>
      <p:sp>
        <p:nvSpPr>
          <p:cNvPr id="5" name="Slide Number Placeholder 4"/>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21031255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46CE7D5-CF57-46EF-B807-FDD0502418D4}" type="datetimeFigureOut">
              <a:rPr lang="en-GB" smtClean="0"/>
              <a:t>14/12/2025</a:t>
            </a:fld>
            <a:endParaRPr lang="en-GB"/>
          </a:p>
        </p:txBody>
      </p:sp>
      <p:sp>
        <p:nvSpPr>
          <p:cNvPr id="3" name="Footer Placeholder 2"/>
          <p:cNvSpPr>
            <a:spLocks noGrp="1"/>
          </p:cNvSpPr>
          <p:nvPr>
            <p:ph type="ftr" sz="quarter" idx="11"/>
          </p:nvPr>
        </p:nvSpPr>
        <p:spPr/>
        <p:txBody>
          <a:bodyPr/>
          <a:lstStyle/>
          <a:p>
            <a:endParaRPr lang="en-GB"/>
          </a:p>
        </p:txBody>
      </p:sp>
      <p:sp>
        <p:nvSpPr>
          <p:cNvPr id="4" name="Slide Number Placeholder 3"/>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14638898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GB"/>
              <a:t>Click to edit Master title style</a:t>
            </a:r>
            <a:endParaRPr lang="en-GB"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GB" smtClean="0"/>
              <a:t>14/12/2025</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17184145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GB"/>
              <a:t>Click to edit Master title style</a:t>
            </a:r>
            <a:endParaRPr lang="en-GB"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GB"/>
              <a:t>Click icon to add picture</a:t>
            </a:r>
            <a:endParaRPr lang="en-GB"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GB" smtClean="0"/>
              <a:t>14/12/2025</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171895827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GB" dirty="0"/>
          </a:p>
        </p:txBody>
      </p:sp>
      <p:sp>
        <p:nvSpPr>
          <p:cNvPr id="3" name="Vertical Text Placeholder 2"/>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4" name="Date Placeholder 3"/>
          <p:cNvSpPr>
            <a:spLocks noGrp="1"/>
          </p:cNvSpPr>
          <p:nvPr>
            <p:ph type="dt" sz="half" idx="10"/>
          </p:nvPr>
        </p:nvSpPr>
        <p:spPr/>
        <p:txBody>
          <a:bodyPr/>
          <a:lstStyle/>
          <a:p>
            <a:fld id="{846CE7D5-CF57-46EF-B807-FDD0502418D4}" type="datetimeFigureOut">
              <a:rPr lang="en-GB" smtClean="0"/>
              <a:t>14/12/2025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220290545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GB"/>
              <a:t>Click to edit Master title style</a:t>
            </a:r>
            <a:endParaRPr lang="en-GB"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4" name="Date Placeholder 3"/>
          <p:cNvSpPr>
            <a:spLocks noGrp="1"/>
          </p:cNvSpPr>
          <p:nvPr>
            <p:ph type="dt" sz="half" idx="10"/>
          </p:nvPr>
        </p:nvSpPr>
        <p:spPr/>
        <p:txBody>
          <a:bodyPr/>
          <a:lstStyle/>
          <a:p>
            <a:fld id="{846CE7D5-CF57-46EF-B807-FDD0502418D4}" type="datetimeFigureOut">
              <a:rPr lang="en-GB" smtClean="0"/>
              <a:t>14/12/2025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47944565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GB"/>
              <a:t>Click to edit Master title style</a:t>
            </a:r>
            <a:endParaRPr lang="en-GB"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46CE7D5-CF57-46EF-B807-FDD0502418D4}" type="datetimeFigureOut">
              <a:rPr lang="en-GB" smtClean="0"/>
              <a:t>14/12/2025</a:t>
            </a:fld>
            <a:endParaRPr lang="en-GB"/>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GB"/>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GB" smtClean="0"/>
              <a:t>‹#›</a:t>
            </a:fld>
            <a:endParaRPr lang="en-GB"/>
          </a:p>
        </p:txBody>
      </p:sp>
    </p:spTree>
    <p:extLst>
      <p:ext uri="{BB962C8B-B14F-4D97-AF65-F5344CB8AC3E}">
        <p14:creationId xmlns:p14="http://schemas.microsoft.com/office/powerpoint/2010/main" val="246095407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GB"/>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9">
            <a:extLst>
              <a:ext uri="{FF2B5EF4-FFF2-40B4-BE49-F238E27FC236}">
                <a16:creationId xmlns:a16="http://schemas.microsoft.com/office/drawing/2014/main" id="{1FEC590B-3306-47E9-BD67-97F3F76169A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1" name="Color">
              <a:extLst>
                <a:ext uri="{FF2B5EF4-FFF2-40B4-BE49-F238E27FC236}">
                  <a16:creationId xmlns:a16="http://schemas.microsoft.com/office/drawing/2014/main" id="{54F87DBC-E43C-4CE4-A8C5-61E3D68194A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Color">
              <a:extLst>
                <a:ext uri="{FF2B5EF4-FFF2-40B4-BE49-F238E27FC236}">
                  <a16:creationId xmlns:a16="http://schemas.microsoft.com/office/drawing/2014/main" id="{CD39A88A-7F84-4ACA-877B-E28BC26CD8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a:extLst>
              <a:ext uri="{FF2B5EF4-FFF2-40B4-BE49-F238E27FC236}">
                <a16:creationId xmlns:a16="http://schemas.microsoft.com/office/drawing/2014/main" id="{A47AAF5E-1692-48C9-98FB-6432BF0BC4F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 name="Freeform: Shape 14">
              <a:extLst>
                <a:ext uri="{FF2B5EF4-FFF2-40B4-BE49-F238E27FC236}">
                  <a16:creationId xmlns:a16="http://schemas.microsoft.com/office/drawing/2014/main" id="{5F36A26D-E71D-4663-B197-8B7BFA37ADC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 name="Freeform: Shape 15">
              <a:extLst>
                <a:ext uri="{FF2B5EF4-FFF2-40B4-BE49-F238E27FC236}">
                  <a16:creationId xmlns:a16="http://schemas.microsoft.com/office/drawing/2014/main" id="{8A821CEB-DA96-4952-93B9-81F9C42BAD7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7" name="Freeform: Shape 16">
              <a:extLst>
                <a:ext uri="{FF2B5EF4-FFF2-40B4-BE49-F238E27FC236}">
                  <a16:creationId xmlns:a16="http://schemas.microsoft.com/office/drawing/2014/main" id="{18C8EDE0-D69B-4F65-9AB7-DDE7EAD78EE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546F0982-BF10-4BF6-842A-F631654FFDA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2B313509-2128-42CA-81B6-C9EC23E44C5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1589188C-E06E-4F8A-BDD1-02ADF1408F7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6B4E610F-FCD0-483F-B9F2-6DF2C28FE84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p:cNvSpPr>
            <a:spLocks noGrp="1"/>
          </p:cNvSpPr>
          <p:nvPr>
            <p:ph type="ctrTitle"/>
          </p:nvPr>
        </p:nvSpPr>
        <p:spPr>
          <a:xfrm>
            <a:off x="789708" y="666351"/>
            <a:ext cx="10558405" cy="3044335"/>
          </a:xfrm>
        </p:spPr>
        <p:txBody>
          <a:bodyPr anchor="b">
            <a:normAutofit/>
          </a:bodyPr>
          <a:lstStyle/>
          <a:p>
            <a:r>
              <a:rPr lang="en-GB" sz="4800" dirty="0">
                <a:solidFill>
                  <a:schemeClr val="bg1"/>
                </a:solidFill>
              </a:rPr>
              <a:t>CMP-319 Presentation </a:t>
            </a:r>
          </a:p>
        </p:txBody>
      </p:sp>
      <p:sp>
        <p:nvSpPr>
          <p:cNvPr id="3" name="Subtitle 2"/>
          <p:cNvSpPr>
            <a:spLocks noGrp="1"/>
          </p:cNvSpPr>
          <p:nvPr>
            <p:ph type="subTitle" idx="1"/>
          </p:nvPr>
        </p:nvSpPr>
        <p:spPr>
          <a:xfrm>
            <a:off x="789708" y="3866064"/>
            <a:ext cx="10558405" cy="2234485"/>
          </a:xfrm>
        </p:spPr>
        <p:txBody>
          <a:bodyPr anchor="t">
            <a:normAutofit/>
          </a:bodyPr>
          <a:lstStyle/>
          <a:p>
            <a:r>
              <a:rPr lang="en-GB" dirty="0">
                <a:solidFill>
                  <a:schemeClr val="bg1"/>
                </a:solidFill>
              </a:rPr>
              <a:t>Adam Henderson</a:t>
            </a:r>
          </a:p>
          <a:p>
            <a:r>
              <a:rPr lang="en-GB" dirty="0">
                <a:solidFill>
                  <a:schemeClr val="bg1"/>
                </a:solidFill>
              </a:rPr>
              <a:t>2300867</a:t>
            </a:r>
          </a:p>
          <a:p>
            <a:r>
              <a:rPr lang="en-GB" dirty="0">
                <a:solidFill>
                  <a:schemeClr val="bg1"/>
                </a:solidFill>
              </a:rPr>
              <a:t>2025</a:t>
            </a:r>
          </a:p>
        </p:txBody>
      </p:sp>
    </p:spTree>
    <p:extLst>
      <p:ext uri="{BB962C8B-B14F-4D97-AF65-F5344CB8AC3E}">
        <p14:creationId xmlns:p14="http://schemas.microsoft.com/office/powerpoint/2010/main" val="10985722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DC0C0BA5-89AF-5791-5995-EB3C8C54B759}"/>
              </a:ext>
            </a:extLst>
          </p:cNvPr>
          <p:cNvSpPr>
            <a:spLocks noGrp="1"/>
          </p:cNvSpPr>
          <p:nvPr>
            <p:ph type="title"/>
          </p:nvPr>
        </p:nvSpPr>
        <p:spPr>
          <a:xfrm>
            <a:off x="786385" y="841248"/>
            <a:ext cx="5129600" cy="5340097"/>
          </a:xfrm>
        </p:spPr>
        <p:txBody>
          <a:bodyPr anchor="ctr">
            <a:normAutofit/>
          </a:bodyPr>
          <a:lstStyle/>
          <a:p>
            <a:r>
              <a:rPr lang="en-GB" sz="4800">
                <a:solidFill>
                  <a:schemeClr val="bg1"/>
                </a:solidFill>
              </a:rPr>
              <a:t>Overview</a:t>
            </a:r>
          </a:p>
        </p:txBody>
      </p:sp>
      <p:sp>
        <p:nvSpPr>
          <p:cNvPr id="3" name="Content Placeholder 2">
            <a:extLst>
              <a:ext uri="{FF2B5EF4-FFF2-40B4-BE49-F238E27FC236}">
                <a16:creationId xmlns:a16="http://schemas.microsoft.com/office/drawing/2014/main" id="{96726989-2588-C7AC-F3AA-E289E57325E7}"/>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The web application tested was Astley Store, an eCommerce platform.</a:t>
            </a:r>
          </a:p>
          <a:p>
            <a:r>
              <a:rPr lang="en-GB" sz="1800" dirty="0">
                <a:solidFill>
                  <a:schemeClr val="tx2"/>
                </a:solidFill>
              </a:rPr>
              <a:t>The tester followed a modified version of the OWASP Methodology.</a:t>
            </a:r>
          </a:p>
          <a:p>
            <a:r>
              <a:rPr lang="en-GB" sz="1800" dirty="0">
                <a:solidFill>
                  <a:schemeClr val="tx2"/>
                </a:solidFill>
              </a:rPr>
              <a:t>The tester used a variety of industry standard tools to perform thorough testing.</a:t>
            </a:r>
          </a:p>
          <a:p>
            <a:r>
              <a:rPr lang="en-GB" sz="1800" dirty="0">
                <a:solidFill>
                  <a:schemeClr val="tx2"/>
                </a:solidFill>
              </a:rPr>
              <a:t>The testers engagement with the web application was mostly successful as numerous vulnerabilities were found across multiple facets of cyber security.</a:t>
            </a:r>
          </a:p>
          <a:p>
            <a:r>
              <a:rPr lang="en-GB" sz="1800" dirty="0">
                <a:solidFill>
                  <a:schemeClr val="tx2"/>
                </a:solidFill>
              </a:rPr>
              <a:t>Some issues arose due to tester ability constraints and time constraints.</a:t>
            </a:r>
          </a:p>
          <a:p>
            <a:r>
              <a:rPr lang="en-GB" sz="1800" dirty="0">
                <a:solidFill>
                  <a:schemeClr val="tx2"/>
                </a:solidFill>
              </a:rPr>
              <a:t>The risk level provided has been determined based on OWASP guidelines and context of the vulnerability on the web application.</a:t>
            </a:r>
          </a:p>
          <a:p>
            <a:endParaRPr lang="en-GB" sz="1800" dirty="0">
              <a:solidFill>
                <a:schemeClr val="tx2"/>
              </a:solidFill>
            </a:endParaRPr>
          </a:p>
        </p:txBody>
      </p:sp>
    </p:spTree>
    <p:extLst>
      <p:ext uri="{BB962C8B-B14F-4D97-AF65-F5344CB8AC3E}">
        <p14:creationId xmlns:p14="http://schemas.microsoft.com/office/powerpoint/2010/main" val="379903984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9">
            <a:extLst>
              <a:ext uri="{FF2B5EF4-FFF2-40B4-BE49-F238E27FC236}">
                <a16:creationId xmlns:a16="http://schemas.microsoft.com/office/drawing/2014/main" id="{1FEC590B-3306-47E9-BD67-97F3F76169A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1" name="Color">
              <a:extLst>
                <a:ext uri="{FF2B5EF4-FFF2-40B4-BE49-F238E27FC236}">
                  <a16:creationId xmlns:a16="http://schemas.microsoft.com/office/drawing/2014/main" id="{54F87DBC-E43C-4CE4-A8C5-61E3D68194A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Color">
              <a:extLst>
                <a:ext uri="{FF2B5EF4-FFF2-40B4-BE49-F238E27FC236}">
                  <a16:creationId xmlns:a16="http://schemas.microsoft.com/office/drawing/2014/main" id="{CD39A88A-7F84-4ACA-877B-E28BC26CD8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a:extLst>
              <a:ext uri="{FF2B5EF4-FFF2-40B4-BE49-F238E27FC236}">
                <a16:creationId xmlns:a16="http://schemas.microsoft.com/office/drawing/2014/main" id="{A47AAF5E-1692-48C9-98FB-6432BF0BC4F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 name="Freeform: Shape 14">
              <a:extLst>
                <a:ext uri="{FF2B5EF4-FFF2-40B4-BE49-F238E27FC236}">
                  <a16:creationId xmlns:a16="http://schemas.microsoft.com/office/drawing/2014/main" id="{5F36A26D-E71D-4663-B197-8B7BFA37ADC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 name="Freeform: Shape 15">
              <a:extLst>
                <a:ext uri="{FF2B5EF4-FFF2-40B4-BE49-F238E27FC236}">
                  <a16:creationId xmlns:a16="http://schemas.microsoft.com/office/drawing/2014/main" id="{8A821CEB-DA96-4952-93B9-81F9C42BAD7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7" name="Freeform: Shape 16">
              <a:extLst>
                <a:ext uri="{FF2B5EF4-FFF2-40B4-BE49-F238E27FC236}">
                  <a16:creationId xmlns:a16="http://schemas.microsoft.com/office/drawing/2014/main" id="{18C8EDE0-D69B-4F65-9AB7-DDE7EAD78EE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546F0982-BF10-4BF6-842A-F631654FFDA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2B313509-2128-42CA-81B6-C9EC23E44C5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1589188C-E06E-4F8A-BDD1-02ADF1408F7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6B4E610F-FCD0-483F-B9F2-6DF2C28FE84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119C1379-8320-0257-42FB-1ABF5152EA77}"/>
              </a:ext>
            </a:extLst>
          </p:cNvPr>
          <p:cNvSpPr>
            <a:spLocks noGrp="1"/>
          </p:cNvSpPr>
          <p:nvPr>
            <p:ph type="title"/>
          </p:nvPr>
        </p:nvSpPr>
        <p:spPr>
          <a:xfrm>
            <a:off x="789708" y="666351"/>
            <a:ext cx="10558405" cy="3044335"/>
          </a:xfrm>
        </p:spPr>
        <p:txBody>
          <a:bodyPr vert="horz" lIns="91440" tIns="45720" rIns="91440" bIns="45720" rtlCol="0" anchor="b">
            <a:normAutofit/>
          </a:bodyPr>
          <a:lstStyle/>
          <a:p>
            <a:pPr algn="ctr"/>
            <a:r>
              <a:rPr lang="en-US" sz="4800" dirty="0">
                <a:solidFill>
                  <a:schemeClr val="bg1"/>
                </a:solidFill>
              </a:rPr>
              <a:t>Low/Informational Risk Level Issues</a:t>
            </a:r>
            <a:endParaRPr lang="en-US" sz="4800" kern="1200" dirty="0">
              <a:solidFill>
                <a:schemeClr val="bg1"/>
              </a:solidFill>
              <a:latin typeface="+mj-lt"/>
            </a:endParaRPr>
          </a:p>
        </p:txBody>
      </p:sp>
      <p:sp>
        <p:nvSpPr>
          <p:cNvPr id="3" name="Content Placeholder 2">
            <a:extLst>
              <a:ext uri="{FF2B5EF4-FFF2-40B4-BE49-F238E27FC236}">
                <a16:creationId xmlns:a16="http://schemas.microsoft.com/office/drawing/2014/main" id="{3D13FE76-A7D5-01DB-0138-CB854E401A80}"/>
              </a:ext>
            </a:extLst>
          </p:cNvPr>
          <p:cNvSpPr>
            <a:spLocks noGrp="1"/>
          </p:cNvSpPr>
          <p:nvPr>
            <p:ph type="body" idx="1"/>
          </p:nvPr>
        </p:nvSpPr>
        <p:spPr>
          <a:xfrm>
            <a:off x="789708" y="3866064"/>
            <a:ext cx="10558405" cy="2234485"/>
          </a:xfrm>
        </p:spPr>
        <p:txBody>
          <a:bodyPr vert="horz" lIns="91440" tIns="45720" rIns="91440" bIns="45720" rtlCol="0" anchor="t">
            <a:normAutofit/>
          </a:bodyPr>
          <a:lstStyle/>
          <a:p>
            <a:pPr algn="ctr"/>
            <a:endParaRPr lang="en-US" sz="2400" kern="1200">
              <a:solidFill>
                <a:schemeClr val="bg1"/>
              </a:solidFill>
              <a:latin typeface="+mn-lt"/>
              <a:ea typeface="+mn-ea"/>
              <a:cs typeface="+mn-cs"/>
            </a:endParaRPr>
          </a:p>
        </p:txBody>
      </p:sp>
    </p:spTree>
    <p:extLst>
      <p:ext uri="{BB962C8B-B14F-4D97-AF65-F5344CB8AC3E}">
        <p14:creationId xmlns:p14="http://schemas.microsoft.com/office/powerpoint/2010/main" val="15105577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F3344B0-0775-AB7F-1974-06C1638380FC}"/>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65B6B002-F996-8FE2-B37E-0057804A5A2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44A37452-79B5-3A4E-30CD-5B0A996AA04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3AB9D908-9BB1-CF6F-71A6-AF624DD3C28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257DD879-22C9-D1CF-D676-A5BEA057808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F30D79BE-80B0-9757-394C-C116BD6A042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D458BEA3-209F-9191-BA1B-12F50AF9B38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943FF101-4B22-E54A-E0EE-196293DD764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1623024-4037-E19B-2B70-D627BC677A6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E901F87D-4237-25A3-7BEC-678B1B480C8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28097448-99E6-44F1-AF32-EDE597916A4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36985E-149B-B6DD-ED1A-451F00B6047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8D9F6896-3082-92CE-3CAF-C7E99C15A3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AD8E69D0-9DDA-9876-DF25-13FB90E22AD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E2FF580E-8323-7376-83CA-BD8C04D96DB2}"/>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General Problems</a:t>
            </a:r>
          </a:p>
        </p:txBody>
      </p:sp>
      <p:sp>
        <p:nvSpPr>
          <p:cNvPr id="3" name="Content Placeholder 2">
            <a:extLst>
              <a:ext uri="{FF2B5EF4-FFF2-40B4-BE49-F238E27FC236}">
                <a16:creationId xmlns:a16="http://schemas.microsoft.com/office/drawing/2014/main" id="{5161B37D-C6D3-9A82-AEE4-0309486CA80D}"/>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This web application was found to have many other issues such as information leakage, Payment functionality errors and configuration issues.</a:t>
            </a:r>
          </a:p>
          <a:p>
            <a:r>
              <a:rPr lang="en-GB" sz="1800" dirty="0">
                <a:solidFill>
                  <a:schemeClr val="tx2"/>
                </a:solidFill>
              </a:rPr>
              <a:t>These can result in the attacker tailoring the approach to exploiting the web application, receiving items for free and the attacker being able to abuse known vulnerabilities.</a:t>
            </a:r>
          </a:p>
          <a:p>
            <a:r>
              <a:rPr lang="en-GB" sz="1800" dirty="0">
                <a:solidFill>
                  <a:schemeClr val="tx2"/>
                </a:solidFill>
              </a:rPr>
              <a:t>To solve this security headers should be implemented, a minimum quantity should be enforced and obfuscation and access control should be introduced. A proper error page should be created and all back end technologies should be kept up to date</a:t>
            </a:r>
            <a:endParaRPr lang="en-GB" sz="1800" dirty="0">
              <a:solidFill>
                <a:schemeClr val="tx2"/>
              </a:solidFill>
              <a:ea typeface="+mn-lt"/>
              <a:cs typeface="+mn-lt"/>
            </a:endParaRPr>
          </a:p>
        </p:txBody>
      </p:sp>
    </p:spTree>
    <p:extLst>
      <p:ext uri="{BB962C8B-B14F-4D97-AF65-F5344CB8AC3E}">
        <p14:creationId xmlns:p14="http://schemas.microsoft.com/office/powerpoint/2010/main" val="204261113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AD90F85-7D49-C49C-E9DB-F75733B0E4E1}"/>
            </a:ext>
          </a:extLst>
        </p:cNvPr>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B8DE6CD9-3EC6-CB04-B35A-2957E782F86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9">
            <a:extLst>
              <a:ext uri="{FF2B5EF4-FFF2-40B4-BE49-F238E27FC236}">
                <a16:creationId xmlns:a16="http://schemas.microsoft.com/office/drawing/2014/main" id="{741A1DE8-4FBB-0D1C-1F8B-392A5C1CB2B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1" name="Color">
              <a:extLst>
                <a:ext uri="{FF2B5EF4-FFF2-40B4-BE49-F238E27FC236}">
                  <a16:creationId xmlns:a16="http://schemas.microsoft.com/office/drawing/2014/main" id="{BA2CD91B-13A1-4123-B3B0-B7A889ACF07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Color">
              <a:extLst>
                <a:ext uri="{FF2B5EF4-FFF2-40B4-BE49-F238E27FC236}">
                  <a16:creationId xmlns:a16="http://schemas.microsoft.com/office/drawing/2014/main" id="{718C4A50-231C-1F07-680C-8D9AC2DB3FB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a:extLst>
              <a:ext uri="{FF2B5EF4-FFF2-40B4-BE49-F238E27FC236}">
                <a16:creationId xmlns:a16="http://schemas.microsoft.com/office/drawing/2014/main" id="{DADF990E-A320-F6E7-49FF-6E5901B059A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 name="Freeform: Shape 14">
              <a:extLst>
                <a:ext uri="{FF2B5EF4-FFF2-40B4-BE49-F238E27FC236}">
                  <a16:creationId xmlns:a16="http://schemas.microsoft.com/office/drawing/2014/main" id="{DAA28F35-9E84-8052-615A-26AA9283BA5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 name="Freeform: Shape 15">
              <a:extLst>
                <a:ext uri="{FF2B5EF4-FFF2-40B4-BE49-F238E27FC236}">
                  <a16:creationId xmlns:a16="http://schemas.microsoft.com/office/drawing/2014/main" id="{8649F042-8BF0-0AEB-B6EA-92E8F0812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7" name="Freeform: Shape 16">
              <a:extLst>
                <a:ext uri="{FF2B5EF4-FFF2-40B4-BE49-F238E27FC236}">
                  <a16:creationId xmlns:a16="http://schemas.microsoft.com/office/drawing/2014/main" id="{110AAA66-1294-2707-802E-CBAA8184996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FC0B3CA0-D1F7-BC05-A6C8-7EEE8EADC32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B8925F50-5530-749D-E920-ADC5A8CDB53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12E5AC15-F321-8CDE-964D-AB02B85F689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3DCEE0B7-6995-7F28-EBAF-92617E54C4B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2D5C9A25-1F80-9A6D-138A-90641B5C5C15}"/>
              </a:ext>
            </a:extLst>
          </p:cNvPr>
          <p:cNvSpPr>
            <a:spLocks noGrp="1"/>
          </p:cNvSpPr>
          <p:nvPr>
            <p:ph type="title"/>
          </p:nvPr>
        </p:nvSpPr>
        <p:spPr>
          <a:xfrm>
            <a:off x="789708" y="666351"/>
            <a:ext cx="10558405" cy="3044335"/>
          </a:xfrm>
        </p:spPr>
        <p:txBody>
          <a:bodyPr vert="horz" lIns="91440" tIns="45720" rIns="91440" bIns="45720" rtlCol="0" anchor="b">
            <a:normAutofit/>
          </a:bodyPr>
          <a:lstStyle/>
          <a:p>
            <a:pPr algn="ctr"/>
            <a:r>
              <a:rPr lang="en-US" sz="4800" dirty="0">
                <a:solidFill>
                  <a:schemeClr val="bg1"/>
                </a:solidFill>
              </a:rPr>
              <a:t>Moderate Risk Level Issues</a:t>
            </a:r>
            <a:endParaRPr lang="en-US" sz="4800" kern="1200" dirty="0">
              <a:solidFill>
                <a:schemeClr val="bg1"/>
              </a:solidFill>
              <a:latin typeface="+mj-lt"/>
            </a:endParaRPr>
          </a:p>
        </p:txBody>
      </p:sp>
      <p:sp>
        <p:nvSpPr>
          <p:cNvPr id="3" name="Content Placeholder 2">
            <a:extLst>
              <a:ext uri="{FF2B5EF4-FFF2-40B4-BE49-F238E27FC236}">
                <a16:creationId xmlns:a16="http://schemas.microsoft.com/office/drawing/2014/main" id="{B643C5C4-9B8D-D608-A1C6-7AE3F9C8DE3D}"/>
              </a:ext>
            </a:extLst>
          </p:cNvPr>
          <p:cNvSpPr>
            <a:spLocks noGrp="1"/>
          </p:cNvSpPr>
          <p:nvPr>
            <p:ph type="body" idx="1"/>
          </p:nvPr>
        </p:nvSpPr>
        <p:spPr>
          <a:xfrm>
            <a:off x="789708" y="3866064"/>
            <a:ext cx="10558405" cy="2234485"/>
          </a:xfrm>
        </p:spPr>
        <p:txBody>
          <a:bodyPr vert="horz" lIns="91440" tIns="45720" rIns="91440" bIns="45720" rtlCol="0" anchor="t">
            <a:normAutofit/>
          </a:bodyPr>
          <a:lstStyle/>
          <a:p>
            <a:pPr algn="ctr"/>
            <a:endParaRPr lang="en-US" sz="2400" kern="1200">
              <a:solidFill>
                <a:schemeClr val="bg1"/>
              </a:solidFill>
              <a:latin typeface="+mn-lt"/>
              <a:ea typeface="+mn-ea"/>
              <a:cs typeface="+mn-cs"/>
            </a:endParaRPr>
          </a:p>
        </p:txBody>
      </p:sp>
    </p:spTree>
    <p:extLst>
      <p:ext uri="{BB962C8B-B14F-4D97-AF65-F5344CB8AC3E}">
        <p14:creationId xmlns:p14="http://schemas.microsoft.com/office/powerpoint/2010/main" val="235500190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4F8C193-B184-5E21-5D12-F25A005A8188}"/>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152FB440-DCAF-2C5A-EEB2-FB4E759811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CFC4F6CC-3920-F629-C42D-D211E5A3866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97869D89-04BE-17DB-0385-CD02EFD55A2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F05E5984-63EF-2479-0DF1-8B1BCBD221B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20BD66B7-41EF-1FAF-87C9-248415EFC6E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1AA8F3DE-A28A-CAD7-04AB-DF8670BD445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3A7A910-D96C-A502-ACE3-7DA2FD18561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7F3BCE0F-5D7E-AC16-1C91-92B2A3A4F65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F7A558BF-86CB-049A-B7A0-D8E3A00AC77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613246A-C24C-FDA4-516E-DE44F8C388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2E85950D-8639-C20D-DFC2-D896D357600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4FF9D2B6-D8FC-F8CF-BAA4-873769EDDB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ADC2DC5-8469-FB8E-089C-B4983943C62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2E66773-6AA4-90B7-071E-493A48E52768}"/>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Vulnerability: Account Security</a:t>
            </a:r>
          </a:p>
        </p:txBody>
      </p:sp>
      <p:sp>
        <p:nvSpPr>
          <p:cNvPr id="3" name="Content Placeholder 2">
            <a:extLst>
              <a:ext uri="{FF2B5EF4-FFF2-40B4-BE49-F238E27FC236}">
                <a16:creationId xmlns:a16="http://schemas.microsoft.com/office/drawing/2014/main" id="{F1D18010-EB85-F2E3-48CD-2431EDF78573}"/>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Multiple vulnerabilities were discovered in the account creation and login fields.</a:t>
            </a:r>
          </a:p>
          <a:p>
            <a:r>
              <a:rPr lang="en-GB" sz="1800" dirty="0">
                <a:solidFill>
                  <a:schemeClr val="tx2"/>
                </a:solidFill>
              </a:rPr>
              <a:t>The outcome of this is attackers enumerating valid usernames and attackers being able to create unverified bot accounts.</a:t>
            </a:r>
          </a:p>
          <a:p>
            <a:r>
              <a:rPr lang="en-GB" sz="1800" dirty="0">
                <a:solidFill>
                  <a:schemeClr val="tx2"/>
                </a:solidFill>
              </a:rPr>
              <a:t>To remediate this, ensure that error messages are consistent when registering or logging in and use the email provided to verify identities.</a:t>
            </a:r>
          </a:p>
        </p:txBody>
      </p:sp>
    </p:spTree>
    <p:extLst>
      <p:ext uri="{BB962C8B-B14F-4D97-AF65-F5344CB8AC3E}">
        <p14:creationId xmlns:p14="http://schemas.microsoft.com/office/powerpoint/2010/main" val="248324432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4115815-140F-6F37-0B2F-033AA90F9E5C}"/>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F5A3C0AA-94E1-C3FC-E86A-40512166A47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49B6B840-B567-A623-374B-0B75B54DB32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F28DBC64-3C94-CEDE-A7E5-1B4CEDB2332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F097A722-2D4B-3958-7504-89AB72707B1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DA2F8A0D-08BE-1D51-BF93-37D328BC419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2C4C88DA-D6B9-F7BE-AFC5-2C5F41EFD9F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77C2049E-006E-3DD7-F9CD-57860B9165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0C81FECA-FE6D-6F87-223B-23F50B54727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13AF1CA3-47B6-4857-D004-56F392421B9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6472686-1001-7822-0815-4E89BB1557D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901A58A9-72DF-3E94-EC5D-942EABAE9E2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EC767717-5583-F052-AEFA-EB152AE387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B8E9092C-52A1-7CB8-0000-AC3B4C8E69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C46A039C-AB98-7D2E-E4B1-A6E88CA1DA5F}"/>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Vulnerability: Lack of password policy and lockout mechanism</a:t>
            </a:r>
          </a:p>
        </p:txBody>
      </p:sp>
      <p:sp>
        <p:nvSpPr>
          <p:cNvPr id="3" name="Content Placeholder 2">
            <a:extLst>
              <a:ext uri="{FF2B5EF4-FFF2-40B4-BE49-F238E27FC236}">
                <a16:creationId xmlns:a16="http://schemas.microsoft.com/office/drawing/2014/main" id="{F8D5D69E-A405-03F6-26A6-6AC5197D212C}"/>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This vulnerability was discovered by attempting to register new users with weak passwords and then deliberately entering incorrect credentials for a known account over and over.</a:t>
            </a:r>
          </a:p>
          <a:p>
            <a:r>
              <a:rPr lang="en-GB" sz="1800" dirty="0">
                <a:solidFill>
                  <a:schemeClr val="tx2"/>
                </a:solidFill>
              </a:rPr>
              <a:t>The outcome of this is no direct exploitation however it may allow for easier brute forcing as accounts may have weak passwords.</a:t>
            </a:r>
          </a:p>
          <a:p>
            <a:r>
              <a:rPr lang="en-GB" sz="1800" dirty="0">
                <a:solidFill>
                  <a:schemeClr val="tx2"/>
                </a:solidFill>
              </a:rPr>
              <a:t>To remediate this, implement a password policy that guides users to create strong passwords and implement request throttling or a lockout mechanism to defend against brute forcing.</a:t>
            </a:r>
          </a:p>
        </p:txBody>
      </p:sp>
    </p:spTree>
    <p:extLst>
      <p:ext uri="{BB962C8B-B14F-4D97-AF65-F5344CB8AC3E}">
        <p14:creationId xmlns:p14="http://schemas.microsoft.com/office/powerpoint/2010/main" val="103826085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B472F7B-D194-8D27-D290-472914A40CE9}"/>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AE19A9ED-4400-F433-3C49-B21CC96B34A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DFB64E8F-5C00-37EA-1ABD-AE6862977DA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8BE9219C-FF37-7BC0-3D0B-94A2336F466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D62DB52E-40FF-1DDE-FFC6-CF5307A45D3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A8DE2F82-89F8-F57A-D73F-FA3A5665C00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77FF4AC9-CECB-FD86-B33E-75BABB87AD2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E7D46A17-C97E-A9D5-8000-BC3B65B38EF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795ABD8E-D0EB-9474-31DF-2A20BE68A6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016FFC2D-AF1F-221B-F984-C38FB16EA9C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2577014C-5305-63B4-BCBA-415572E104D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7C973D7F-FE38-84F0-D8BB-C089122B73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3B186A9D-6F39-A20C-A099-1CAF43084EA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0BE2CFE9-F4FD-5975-0EBC-780BB4C35C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B148D6D7-935E-9C74-C28C-D9DF36C2FA95}"/>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Vulnerability: Clickjacking</a:t>
            </a:r>
          </a:p>
        </p:txBody>
      </p:sp>
      <p:sp>
        <p:nvSpPr>
          <p:cNvPr id="3" name="Content Placeholder 2">
            <a:extLst>
              <a:ext uri="{FF2B5EF4-FFF2-40B4-BE49-F238E27FC236}">
                <a16:creationId xmlns:a16="http://schemas.microsoft.com/office/drawing/2014/main" id="{745A51F7-15E2-D364-CDBF-460FF1A77D83}"/>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This vulnerability was discovered by creating a test page that targeted the Astley Store Web Application</a:t>
            </a:r>
          </a:p>
          <a:p>
            <a:r>
              <a:rPr lang="en-GB" sz="1800" dirty="0">
                <a:solidFill>
                  <a:schemeClr val="tx2"/>
                </a:solidFill>
              </a:rPr>
              <a:t>This could result in the attacker being able to trick legitimate users into performing clicks that are advantageous for the attacker</a:t>
            </a:r>
          </a:p>
          <a:p>
            <a:r>
              <a:rPr lang="en-GB" sz="1800" dirty="0">
                <a:solidFill>
                  <a:schemeClr val="tx2"/>
                </a:solidFill>
              </a:rPr>
              <a:t>To remediate this, CSP headers should be put in place.</a:t>
            </a:r>
            <a:endParaRPr lang="en-GB" sz="1800" dirty="0">
              <a:solidFill>
                <a:schemeClr val="tx2"/>
              </a:solidFill>
              <a:ea typeface="+mn-lt"/>
              <a:cs typeface="+mn-lt"/>
            </a:endParaRPr>
          </a:p>
        </p:txBody>
      </p:sp>
    </p:spTree>
    <p:extLst>
      <p:ext uri="{BB962C8B-B14F-4D97-AF65-F5344CB8AC3E}">
        <p14:creationId xmlns:p14="http://schemas.microsoft.com/office/powerpoint/2010/main" val="182830510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E7DEF3E-BEBF-A734-0CF7-DE5DEE5AEF6F}"/>
            </a:ext>
          </a:extLst>
        </p:cNvPr>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9EDAF4FF-D31A-EC52-0DCF-DD52BAC6391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9">
            <a:extLst>
              <a:ext uri="{FF2B5EF4-FFF2-40B4-BE49-F238E27FC236}">
                <a16:creationId xmlns:a16="http://schemas.microsoft.com/office/drawing/2014/main" id="{F03CE7BC-42C8-7AF7-E221-324542F66CD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1" name="Color">
              <a:extLst>
                <a:ext uri="{FF2B5EF4-FFF2-40B4-BE49-F238E27FC236}">
                  <a16:creationId xmlns:a16="http://schemas.microsoft.com/office/drawing/2014/main" id="{A96D01DB-F69C-9904-75F8-F7EC7C96EAC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Color">
              <a:extLst>
                <a:ext uri="{FF2B5EF4-FFF2-40B4-BE49-F238E27FC236}">
                  <a16:creationId xmlns:a16="http://schemas.microsoft.com/office/drawing/2014/main" id="{6196B673-5C5A-6D53-A51F-F18775501F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a:extLst>
              <a:ext uri="{FF2B5EF4-FFF2-40B4-BE49-F238E27FC236}">
                <a16:creationId xmlns:a16="http://schemas.microsoft.com/office/drawing/2014/main" id="{07909732-6AAF-9C97-37A7-6F429067172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 name="Freeform: Shape 14">
              <a:extLst>
                <a:ext uri="{FF2B5EF4-FFF2-40B4-BE49-F238E27FC236}">
                  <a16:creationId xmlns:a16="http://schemas.microsoft.com/office/drawing/2014/main" id="{FB49E074-13EF-8DEB-7C8A-3F93643439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 name="Freeform: Shape 15">
              <a:extLst>
                <a:ext uri="{FF2B5EF4-FFF2-40B4-BE49-F238E27FC236}">
                  <a16:creationId xmlns:a16="http://schemas.microsoft.com/office/drawing/2014/main" id="{E3F2D055-D902-0DBB-8822-A3243805D60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7" name="Freeform: Shape 16">
              <a:extLst>
                <a:ext uri="{FF2B5EF4-FFF2-40B4-BE49-F238E27FC236}">
                  <a16:creationId xmlns:a16="http://schemas.microsoft.com/office/drawing/2014/main" id="{F7C72056-A0E6-756F-1643-F322D7BA511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1BBBFC5A-5BFB-22EA-E37C-EC2E844F672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E29EB385-0BE0-73F8-5B27-8A335E07993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42D733B1-6036-1463-443E-CB973DD2C05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5259C6CF-CB9F-C7AD-0882-19C2941910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92FBA61-E728-48BB-E8AD-6B17659A7C84}"/>
              </a:ext>
            </a:extLst>
          </p:cNvPr>
          <p:cNvSpPr>
            <a:spLocks noGrp="1"/>
          </p:cNvSpPr>
          <p:nvPr>
            <p:ph type="title"/>
          </p:nvPr>
        </p:nvSpPr>
        <p:spPr>
          <a:xfrm>
            <a:off x="789708" y="666351"/>
            <a:ext cx="10558405" cy="3044335"/>
          </a:xfrm>
        </p:spPr>
        <p:txBody>
          <a:bodyPr vert="horz" lIns="91440" tIns="45720" rIns="91440" bIns="45720" rtlCol="0" anchor="b">
            <a:normAutofit/>
          </a:bodyPr>
          <a:lstStyle/>
          <a:p>
            <a:pPr algn="ctr"/>
            <a:r>
              <a:rPr lang="en-US" sz="4800" dirty="0">
                <a:solidFill>
                  <a:schemeClr val="bg1"/>
                </a:solidFill>
              </a:rPr>
              <a:t>High Risk Level Issues</a:t>
            </a:r>
            <a:endParaRPr lang="en-US" sz="4800" kern="1200" dirty="0">
              <a:solidFill>
                <a:schemeClr val="bg1"/>
              </a:solidFill>
              <a:latin typeface="+mj-lt"/>
            </a:endParaRPr>
          </a:p>
        </p:txBody>
      </p:sp>
      <p:sp>
        <p:nvSpPr>
          <p:cNvPr id="3" name="Content Placeholder 2">
            <a:extLst>
              <a:ext uri="{FF2B5EF4-FFF2-40B4-BE49-F238E27FC236}">
                <a16:creationId xmlns:a16="http://schemas.microsoft.com/office/drawing/2014/main" id="{868F5143-4F00-3EB4-1AE2-11A578E4D286}"/>
              </a:ext>
            </a:extLst>
          </p:cNvPr>
          <p:cNvSpPr>
            <a:spLocks noGrp="1"/>
          </p:cNvSpPr>
          <p:nvPr>
            <p:ph type="body" idx="1"/>
          </p:nvPr>
        </p:nvSpPr>
        <p:spPr>
          <a:xfrm>
            <a:off x="789708" y="3866064"/>
            <a:ext cx="10558405" cy="2234485"/>
          </a:xfrm>
        </p:spPr>
        <p:txBody>
          <a:bodyPr vert="horz" lIns="91440" tIns="45720" rIns="91440" bIns="45720" rtlCol="0" anchor="t">
            <a:normAutofit/>
          </a:bodyPr>
          <a:lstStyle/>
          <a:p>
            <a:pPr algn="ctr"/>
            <a:endParaRPr lang="en-US" sz="2400" kern="1200">
              <a:solidFill>
                <a:schemeClr val="bg1"/>
              </a:solidFill>
              <a:latin typeface="+mn-lt"/>
              <a:ea typeface="+mn-ea"/>
              <a:cs typeface="+mn-cs"/>
            </a:endParaRPr>
          </a:p>
        </p:txBody>
      </p:sp>
    </p:spTree>
    <p:extLst>
      <p:ext uri="{BB962C8B-B14F-4D97-AF65-F5344CB8AC3E}">
        <p14:creationId xmlns:p14="http://schemas.microsoft.com/office/powerpoint/2010/main" val="334140497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66221FF-B720-E456-DA86-6DE2B27E3B45}"/>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9E84FE32-22AB-88E6-B80A-F2BA226286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163AC02C-0865-446B-26E1-3E9F14B37A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BDDABB6C-FD07-33F3-8ECA-62DFEB9242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C45CF2B9-8C81-BF0D-762A-CFBFE2042F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8782571D-FF68-AFFD-D95D-E6799E9C75A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13912C3C-B3AF-D799-772B-CA13CA360B7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B5813714-2869-AFB8-EAA5-1B3EC4D1EC3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D301255F-2156-07D2-CEF9-0CB312F7C2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AD7E1138-79D0-503F-63A2-66FBBB9BB67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E58FA830-3515-FC01-F531-B58E3E03A3B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BE98FEB7-7E60-2CB3-F317-94C57C2500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34ECA87D-C28F-D694-A17F-08FE7788389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278E0204-3B9F-8586-2719-AD8F5723567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2C331E4-70DB-89A5-D23B-C44A3E0E6D8A}"/>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Vulnerability: Session management schema</a:t>
            </a:r>
          </a:p>
        </p:txBody>
      </p:sp>
      <p:sp>
        <p:nvSpPr>
          <p:cNvPr id="3" name="Content Placeholder 2">
            <a:extLst>
              <a:ext uri="{FF2B5EF4-FFF2-40B4-BE49-F238E27FC236}">
                <a16:creationId xmlns:a16="http://schemas.microsoft.com/office/drawing/2014/main" id="{C7F06225-5AF3-79AE-D01F-45C6D23178F1}"/>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This vulnerability was discovered by using burp suite to intercept the cookies.</a:t>
            </a:r>
          </a:p>
          <a:p>
            <a:r>
              <a:rPr lang="en-GB" sz="1800" dirty="0">
                <a:solidFill>
                  <a:schemeClr val="tx2"/>
                </a:solidFill>
              </a:rPr>
              <a:t>The outcome of this could be attackers stealing legitimate users cookies. </a:t>
            </a:r>
          </a:p>
          <a:p>
            <a:r>
              <a:rPr lang="en-GB" sz="1800" dirty="0">
                <a:solidFill>
                  <a:schemeClr val="tx2"/>
                </a:solidFill>
              </a:rPr>
              <a:t>To remediate this, ensure that cookies are set with the correct attributes and destroyed properly. Cookies should also not contain any sensitive information, even if it is encoded.</a:t>
            </a:r>
          </a:p>
        </p:txBody>
      </p:sp>
    </p:spTree>
    <p:extLst>
      <p:ext uri="{BB962C8B-B14F-4D97-AF65-F5344CB8AC3E}">
        <p14:creationId xmlns:p14="http://schemas.microsoft.com/office/powerpoint/2010/main" val="119606975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3868151-6539-0D8E-C15D-495D60C054E6}"/>
            </a:ext>
          </a:extLst>
        </p:cNvPr>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E246E83C-6551-2C5E-140F-7ECEC759515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9">
            <a:extLst>
              <a:ext uri="{FF2B5EF4-FFF2-40B4-BE49-F238E27FC236}">
                <a16:creationId xmlns:a16="http://schemas.microsoft.com/office/drawing/2014/main" id="{C4AC19A6-7BC6-50A8-9448-5807437926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1" name="Color">
              <a:extLst>
                <a:ext uri="{FF2B5EF4-FFF2-40B4-BE49-F238E27FC236}">
                  <a16:creationId xmlns:a16="http://schemas.microsoft.com/office/drawing/2014/main" id="{3F40C12E-1C1F-0021-7033-BCE6238F33C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Color">
              <a:extLst>
                <a:ext uri="{FF2B5EF4-FFF2-40B4-BE49-F238E27FC236}">
                  <a16:creationId xmlns:a16="http://schemas.microsoft.com/office/drawing/2014/main" id="{7973C642-0499-72AE-7066-B2B9A880119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a:extLst>
              <a:ext uri="{FF2B5EF4-FFF2-40B4-BE49-F238E27FC236}">
                <a16:creationId xmlns:a16="http://schemas.microsoft.com/office/drawing/2014/main" id="{8E492C8C-C42E-8B77-A733-45AC0A8F3EB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 name="Freeform: Shape 14">
              <a:extLst>
                <a:ext uri="{FF2B5EF4-FFF2-40B4-BE49-F238E27FC236}">
                  <a16:creationId xmlns:a16="http://schemas.microsoft.com/office/drawing/2014/main" id="{18F35B02-6AF8-24EE-BA89-8B8FF4AAB3F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 name="Freeform: Shape 15">
              <a:extLst>
                <a:ext uri="{FF2B5EF4-FFF2-40B4-BE49-F238E27FC236}">
                  <a16:creationId xmlns:a16="http://schemas.microsoft.com/office/drawing/2014/main" id="{8281F98F-DCE2-F7BD-16F3-D2875D5A79A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7" name="Freeform: Shape 16">
              <a:extLst>
                <a:ext uri="{FF2B5EF4-FFF2-40B4-BE49-F238E27FC236}">
                  <a16:creationId xmlns:a16="http://schemas.microsoft.com/office/drawing/2014/main" id="{3DBEC9C0-0782-A76F-7B29-14A5BB8DFE8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56A5AFCC-8502-D4E0-9487-CB2AF43EE38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97C8924-1362-BEDB-7C0D-71A7D3E6606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D72C9AAF-392E-593C-B197-1E1E6C16440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17336D61-1C22-0C62-BA96-9488692B892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15DA98C0-C92B-F1A8-B6B2-1112A127935B}"/>
              </a:ext>
            </a:extLst>
          </p:cNvPr>
          <p:cNvSpPr>
            <a:spLocks noGrp="1"/>
          </p:cNvSpPr>
          <p:nvPr>
            <p:ph type="title"/>
          </p:nvPr>
        </p:nvSpPr>
        <p:spPr>
          <a:xfrm>
            <a:off x="789708" y="666351"/>
            <a:ext cx="10558405" cy="3044335"/>
          </a:xfrm>
        </p:spPr>
        <p:txBody>
          <a:bodyPr vert="horz" lIns="91440" tIns="45720" rIns="91440" bIns="45720" rtlCol="0" anchor="b">
            <a:normAutofit/>
          </a:bodyPr>
          <a:lstStyle/>
          <a:p>
            <a:pPr algn="ctr"/>
            <a:r>
              <a:rPr lang="en-US" sz="4800" dirty="0">
                <a:solidFill>
                  <a:schemeClr val="bg1"/>
                </a:solidFill>
              </a:rPr>
              <a:t>Critical Risk Level Issues</a:t>
            </a:r>
            <a:endParaRPr lang="en-US" sz="4800" kern="1200" dirty="0">
              <a:solidFill>
                <a:schemeClr val="bg1"/>
              </a:solidFill>
              <a:latin typeface="+mj-lt"/>
            </a:endParaRPr>
          </a:p>
        </p:txBody>
      </p:sp>
      <p:sp>
        <p:nvSpPr>
          <p:cNvPr id="3" name="Content Placeholder 2">
            <a:extLst>
              <a:ext uri="{FF2B5EF4-FFF2-40B4-BE49-F238E27FC236}">
                <a16:creationId xmlns:a16="http://schemas.microsoft.com/office/drawing/2014/main" id="{24E51077-ECE5-1363-E18F-68A8050B3A2D}"/>
              </a:ext>
            </a:extLst>
          </p:cNvPr>
          <p:cNvSpPr>
            <a:spLocks noGrp="1"/>
          </p:cNvSpPr>
          <p:nvPr>
            <p:ph type="body" idx="1"/>
          </p:nvPr>
        </p:nvSpPr>
        <p:spPr>
          <a:xfrm>
            <a:off x="789708" y="3866064"/>
            <a:ext cx="10558405" cy="2234485"/>
          </a:xfrm>
        </p:spPr>
        <p:txBody>
          <a:bodyPr vert="horz" lIns="91440" tIns="45720" rIns="91440" bIns="45720" rtlCol="0" anchor="t">
            <a:normAutofit/>
          </a:bodyPr>
          <a:lstStyle/>
          <a:p>
            <a:pPr algn="ctr"/>
            <a:endParaRPr lang="en-US" sz="2400" kern="1200">
              <a:solidFill>
                <a:schemeClr val="bg1"/>
              </a:solidFill>
              <a:latin typeface="+mn-lt"/>
              <a:ea typeface="+mn-ea"/>
              <a:cs typeface="+mn-cs"/>
            </a:endParaRPr>
          </a:p>
        </p:txBody>
      </p:sp>
    </p:spTree>
    <p:extLst>
      <p:ext uri="{BB962C8B-B14F-4D97-AF65-F5344CB8AC3E}">
        <p14:creationId xmlns:p14="http://schemas.microsoft.com/office/powerpoint/2010/main" val="372351858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BE3D99E-4DCE-ECB0-393A-88CC7773A6A3}"/>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FD0F1937-F2C0-2699-6FC8-C0D83F61EF1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B017A535-66FA-E017-C064-ED3E0E8410D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CD4774BC-DCB3-CD7F-E1F5-E9E02BC2AD5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EBDA26F9-CFA5-DD92-4955-3189C14205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E2703333-964E-EF72-7B01-BCC86D0142A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A3455584-834B-6634-3540-AB54839055A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CDB7637E-60BA-1557-B1C9-94A6C6AA32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085B779-B323-591C-5C7B-D33037EF200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8F22D895-0220-1A93-CCC4-29064B3C953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883C8F0D-322F-7B77-3A88-9662FE69FE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73FA324B-2F6E-B85D-7D7D-19FB32FFCBE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D4E762C3-8013-62D9-93CE-4B9B1F6216C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255316FA-8FA1-8FAD-5A38-F62F6EB4E80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CEA2ACE8-E36B-9561-06BC-0759D7C30E46}"/>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Vulnerability: SQL Injection</a:t>
            </a:r>
          </a:p>
        </p:txBody>
      </p:sp>
      <p:sp>
        <p:nvSpPr>
          <p:cNvPr id="3" name="Content Placeholder 2">
            <a:extLst>
              <a:ext uri="{FF2B5EF4-FFF2-40B4-BE49-F238E27FC236}">
                <a16:creationId xmlns:a16="http://schemas.microsoft.com/office/drawing/2014/main" id="{7E3D05DB-61F9-CF58-DD91-03E94BBB3633}"/>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This vulnerability was discovered by identifying fields where user input may be taken and inserting SQL Query code into it.</a:t>
            </a:r>
            <a:endParaRPr lang="en-GB" sz="1800">
              <a:solidFill>
                <a:schemeClr val="tx2"/>
              </a:solidFill>
            </a:endParaRPr>
          </a:p>
          <a:p>
            <a:r>
              <a:rPr lang="en-GB" sz="1800" dirty="0">
                <a:solidFill>
                  <a:schemeClr val="tx2"/>
                </a:solidFill>
              </a:rPr>
              <a:t>The outcome of this is allows the user to bypass authentication as well as potentially modifying information stored in the database.</a:t>
            </a:r>
          </a:p>
          <a:p>
            <a:r>
              <a:rPr lang="en-GB" sz="1800" dirty="0">
                <a:solidFill>
                  <a:schemeClr val="tx2"/>
                </a:solidFill>
              </a:rPr>
              <a:t>To remediate this, an allow list should be implemented meaning that only "good" input is accepted. Another </a:t>
            </a:r>
            <a:r>
              <a:rPr lang="en-GB" sz="1800" dirty="0" err="1">
                <a:solidFill>
                  <a:schemeClr val="tx2"/>
                </a:solidFill>
              </a:rPr>
              <a:t>defense</a:t>
            </a:r>
            <a:r>
              <a:rPr lang="en-GB" sz="1800" dirty="0">
                <a:solidFill>
                  <a:schemeClr val="tx2"/>
                </a:solidFill>
              </a:rPr>
              <a:t> is prepared statements.</a:t>
            </a:r>
          </a:p>
        </p:txBody>
      </p:sp>
    </p:spTree>
    <p:extLst>
      <p:ext uri="{BB962C8B-B14F-4D97-AF65-F5344CB8AC3E}">
        <p14:creationId xmlns:p14="http://schemas.microsoft.com/office/powerpoint/2010/main" val="77863896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F096ED6-9D55-A5C9-0489-6CBD17B7D6B8}"/>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24556781-D240-CACA-0ADB-DA6E90CD430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DAAE1770-4D0F-2197-6A92-A89821FCCD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01B33518-5A79-AF48-30B9-CFAF979FA9A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01079C7E-5512-6551-0737-655158B42CE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96900ECC-CF48-D9E6-F860-40AF1A15110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19219FC0-CC7A-036D-D0D6-F68DD0EBC22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A2A1FC5F-4BFC-231C-E3B3-155411CAF7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5A2D14A2-AA1E-F9A8-57B2-B57DF7A4A4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6920C7AE-94FE-B32E-D7B5-88B875B031A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33393DE7-6CB4-081D-E212-771183CE2DA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E5098482-FBC8-7DF9-5304-D1341EF801F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BA3CBCD0-6AA5-1EDE-C7C5-BDAD7010D5E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7CB02512-3F39-4FA0-28DB-75630A40CAF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B687B907-A79E-C3FF-6849-97577614AFA5}"/>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Vulnerability: Weak forgot password function</a:t>
            </a:r>
          </a:p>
        </p:txBody>
      </p:sp>
      <p:sp>
        <p:nvSpPr>
          <p:cNvPr id="3" name="Content Placeholder 2">
            <a:extLst>
              <a:ext uri="{FF2B5EF4-FFF2-40B4-BE49-F238E27FC236}">
                <a16:creationId xmlns:a16="http://schemas.microsoft.com/office/drawing/2014/main" id="{DCE72E97-652F-F349-8155-E0749E08620B}"/>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This vulnerability was discovered by simply using the forgot password function.</a:t>
            </a:r>
            <a:endParaRPr lang="en-GB" sz="1800">
              <a:solidFill>
                <a:schemeClr val="tx2"/>
              </a:solidFill>
            </a:endParaRPr>
          </a:p>
          <a:p>
            <a:r>
              <a:rPr lang="en-GB" sz="1800" dirty="0">
                <a:solidFill>
                  <a:schemeClr val="tx2"/>
                </a:solidFill>
              </a:rPr>
              <a:t>The outcome of this is that it allows unauthenticated users to change legitimate users' passwords</a:t>
            </a:r>
          </a:p>
          <a:p>
            <a:r>
              <a:rPr lang="en-GB" sz="1800" dirty="0">
                <a:solidFill>
                  <a:schemeClr val="tx2"/>
                </a:solidFill>
              </a:rPr>
              <a:t>To remediate this, the forgot password function should be edited to send a unique link to the email address provided</a:t>
            </a:r>
            <a:endParaRPr lang="en-GB" sz="1800">
              <a:solidFill>
                <a:schemeClr val="tx2"/>
              </a:solidFill>
            </a:endParaRPr>
          </a:p>
        </p:txBody>
      </p:sp>
    </p:spTree>
    <p:extLst>
      <p:ext uri="{BB962C8B-B14F-4D97-AF65-F5344CB8AC3E}">
        <p14:creationId xmlns:p14="http://schemas.microsoft.com/office/powerpoint/2010/main" val="40370368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7C7501A-4F23-E31E-19A0-94F4239C6748}"/>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1A712427-7818-6625-8E39-5425465FC96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D2AFADA6-E096-5541-FE42-67A1090EEA5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11E91730-6AB2-E37D-39DF-D367C3C65D9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037747AB-24D3-70E4-E937-F7BEFB59FDE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C3174B02-8208-626F-CC8B-566157C3010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124D2A16-1691-FAA7-A76E-CD8BADA00DE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A7708F29-9923-48CA-898F-71BFC8F785A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AEC9E7F1-C7DC-8561-5492-7E58484EE7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3D93B680-AF31-8904-7462-3285070126C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E1B0B791-1979-CB07-E94F-7DA3A4E96C9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4CE4D45F-8F7C-8280-3E5B-17DA0ABC092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CF4603A3-1E71-2F60-0BB2-845C3F092E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836E8D4C-C708-B33E-AF47-2E15D1C452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A55A52FF-F5A5-BCFF-D157-3716B39DA2BF}"/>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Vulnerability: Cross Site Scripting (XSS)</a:t>
            </a:r>
          </a:p>
        </p:txBody>
      </p:sp>
      <p:sp>
        <p:nvSpPr>
          <p:cNvPr id="3" name="Content Placeholder 2">
            <a:extLst>
              <a:ext uri="{FF2B5EF4-FFF2-40B4-BE49-F238E27FC236}">
                <a16:creationId xmlns:a16="http://schemas.microsoft.com/office/drawing/2014/main" id="{9C8F70C3-C77A-8564-8D8F-167BC8DEFE92}"/>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This vulnerability was discovered by inputting HTML code into input fields such as the search bar and into fields such as the review section which will remain on the web application.</a:t>
            </a:r>
          </a:p>
          <a:p>
            <a:r>
              <a:rPr lang="en-GB" sz="1800" dirty="0">
                <a:solidFill>
                  <a:schemeClr val="tx2"/>
                </a:solidFill>
              </a:rPr>
              <a:t>The outcome of this is the ability to execute the payload decided on by the attacker.</a:t>
            </a:r>
          </a:p>
          <a:p>
            <a:r>
              <a:rPr lang="en-GB" sz="1800" dirty="0">
                <a:solidFill>
                  <a:schemeClr val="tx2"/>
                </a:solidFill>
              </a:rPr>
              <a:t>To remediate this, the </a:t>
            </a:r>
            <a:r>
              <a:rPr lang="en-GB" sz="1800" dirty="0" err="1">
                <a:solidFill>
                  <a:schemeClr val="tx2"/>
                </a:solidFill>
              </a:rPr>
              <a:t>htmlspecialchars</a:t>
            </a:r>
            <a:r>
              <a:rPr lang="en-GB" sz="1800" dirty="0">
                <a:solidFill>
                  <a:schemeClr val="tx2"/>
                </a:solidFill>
              </a:rPr>
              <a:t>() function should be implemented. Another defence is encoding data on output. Furthermore, allowlists should be used.</a:t>
            </a:r>
          </a:p>
        </p:txBody>
      </p:sp>
    </p:spTree>
    <p:extLst>
      <p:ext uri="{BB962C8B-B14F-4D97-AF65-F5344CB8AC3E}">
        <p14:creationId xmlns:p14="http://schemas.microsoft.com/office/powerpoint/2010/main" val="189969051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34210FE-FFF7-966C-D35F-239D702E4CE4}"/>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B3306B0E-A2E8-BABA-B6FB-0DE1BACCD4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104C29BB-CA93-A451-5062-6519379FC42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6F0756C9-A9B5-D9D8-267A-7B74A6E48BD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5C4353E-6923-DCE2-A1FA-2D0B71394B0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47CC4C7C-2F26-EA62-3B39-EC8C059743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16678E5A-0ADA-2022-A8F9-2E919810501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0BA90E83-C219-BCFB-82CD-6A81E6DAFF5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8F79E1B-C107-F518-A8B1-114023E0012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16361F7-9118-C144-81AD-233A293EB8B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33EE8919-D030-0C31-AB5D-EA42CB1B18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7B18CD16-8C3F-3229-09BE-F7C6D81EBE2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357AECF2-80B2-0E3D-0713-3142A6EB883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1FA6AE1C-4ADD-D032-93CA-61F8B555B0B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D8285B22-41BD-E161-8851-202C156F576D}"/>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Vulnerability: Code Injection – File Inclusion</a:t>
            </a:r>
          </a:p>
        </p:txBody>
      </p:sp>
      <p:sp>
        <p:nvSpPr>
          <p:cNvPr id="3" name="Content Placeholder 2">
            <a:extLst>
              <a:ext uri="{FF2B5EF4-FFF2-40B4-BE49-F238E27FC236}">
                <a16:creationId xmlns:a16="http://schemas.microsoft.com/office/drawing/2014/main" id="{D97977BA-97CB-F1A2-C03A-CD6877762915}"/>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This vulnerability was discovered by uploading files written in PHP with malicious code to the web application. The eicar.com file was also used to test this.</a:t>
            </a:r>
          </a:p>
          <a:p>
            <a:r>
              <a:rPr lang="en-GB" sz="1800" dirty="0">
                <a:solidFill>
                  <a:schemeClr val="tx2"/>
                </a:solidFill>
              </a:rPr>
              <a:t>The outcome of this is the execution of the payload stored in the files.</a:t>
            </a:r>
          </a:p>
          <a:p>
            <a:r>
              <a:rPr lang="en-GB" sz="1800" dirty="0">
                <a:solidFill>
                  <a:schemeClr val="tx2"/>
                </a:solidFill>
              </a:rPr>
              <a:t>To remediate this, A proper file validation system should be put into place. An anti-virus system should be put in place</a:t>
            </a:r>
          </a:p>
        </p:txBody>
      </p:sp>
    </p:spTree>
    <p:extLst>
      <p:ext uri="{BB962C8B-B14F-4D97-AF65-F5344CB8AC3E}">
        <p14:creationId xmlns:p14="http://schemas.microsoft.com/office/powerpoint/2010/main" val="187427522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47C2DFD-5410-0CD2-BD12-B579085EBEA8}"/>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758D809A-8C43-FA33-7C31-74AC799997E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4A99CB78-8455-B9D2-3B11-1BC7B6EAD36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C60383A0-DD8B-DF33-F799-A08B937BB61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DF1AB677-E0A8-2A94-6F56-67328846F9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5AB3E118-3D08-ECD0-FFA7-6365AF52CBE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697B9403-C731-D868-CF01-9890CE46E51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5E76E00A-E949-0095-F15F-21202268611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D0ECFAD5-F280-3796-4FED-01B4B8CB9E5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018AA302-3400-2953-CB39-1AE27943948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E2D2893-06E0-F4EB-3AD1-E22FC7E0BE2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E93ED27D-5170-3D47-8116-4BEF3BEA4A5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C6619BFD-F018-6149-24FA-AE43EB418F2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C8CE735D-B07E-573B-5D73-7D5A7D9D98B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71920A4C-F913-4260-1C25-F0072ABB36A8}"/>
              </a:ext>
            </a:extLst>
          </p:cNvPr>
          <p:cNvSpPr>
            <a:spLocks noGrp="1"/>
          </p:cNvSpPr>
          <p:nvPr>
            <p:ph type="title"/>
          </p:nvPr>
        </p:nvSpPr>
        <p:spPr>
          <a:xfrm>
            <a:off x="786385" y="841248"/>
            <a:ext cx="5129600" cy="5340097"/>
          </a:xfrm>
        </p:spPr>
        <p:txBody>
          <a:bodyPr anchor="ctr">
            <a:normAutofit/>
          </a:bodyPr>
          <a:lstStyle/>
          <a:p>
            <a:r>
              <a:rPr lang="en-GB" sz="4800" dirty="0">
                <a:solidFill>
                  <a:schemeClr val="bg1"/>
                </a:solidFill>
              </a:rPr>
              <a:t>Vulnerability: Weak Cryptography</a:t>
            </a:r>
          </a:p>
        </p:txBody>
      </p:sp>
      <p:sp>
        <p:nvSpPr>
          <p:cNvPr id="3" name="Content Placeholder 2">
            <a:extLst>
              <a:ext uri="{FF2B5EF4-FFF2-40B4-BE49-F238E27FC236}">
                <a16:creationId xmlns:a16="http://schemas.microsoft.com/office/drawing/2014/main" id="{9BE9C191-403B-6C5B-E8AA-F4FA3014D9B6}"/>
              </a:ext>
            </a:extLst>
          </p:cNvPr>
          <p:cNvSpPr>
            <a:spLocks noGrp="1"/>
          </p:cNvSpPr>
          <p:nvPr>
            <p:ph idx="1"/>
          </p:nvPr>
        </p:nvSpPr>
        <p:spPr>
          <a:xfrm>
            <a:off x="6464410" y="841247"/>
            <a:ext cx="4484536" cy="5340097"/>
          </a:xfrm>
        </p:spPr>
        <p:txBody>
          <a:bodyPr anchor="ctr">
            <a:normAutofit/>
          </a:bodyPr>
          <a:lstStyle/>
          <a:p>
            <a:r>
              <a:rPr lang="en-GB" sz="1800" dirty="0">
                <a:solidFill>
                  <a:schemeClr val="tx2"/>
                </a:solidFill>
              </a:rPr>
              <a:t>This vulnerability was discovered by simply browsing to the web application, for confirmation burp suite was used.</a:t>
            </a:r>
          </a:p>
          <a:p>
            <a:r>
              <a:rPr lang="en-GB" sz="1800" dirty="0">
                <a:solidFill>
                  <a:schemeClr val="tx2"/>
                </a:solidFill>
              </a:rPr>
              <a:t>The outcome of this is traffic between client and web application is unencrypted.</a:t>
            </a:r>
          </a:p>
          <a:p>
            <a:r>
              <a:rPr lang="en-GB" sz="1800" dirty="0">
                <a:solidFill>
                  <a:schemeClr val="tx2"/>
                </a:solidFill>
              </a:rPr>
              <a:t>To remediate this, the entire web application should be moved from HTTP to HTTPS and Transport Layer Security should be added.</a:t>
            </a:r>
          </a:p>
        </p:txBody>
      </p:sp>
    </p:spTree>
    <p:extLst>
      <p:ext uri="{BB962C8B-B14F-4D97-AF65-F5344CB8AC3E}">
        <p14:creationId xmlns:p14="http://schemas.microsoft.com/office/powerpoint/2010/main" val="2653706410"/>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0</TotalTime>
  <Words>0</Words>
  <Application>Microsoft Office PowerPoint</Application>
  <PresentationFormat>Widescreen</PresentationFormat>
  <Paragraphs>0</Paragraphs>
  <Slides>16</Slides>
  <Notes>1</Notes>
  <HiddenSlides>0</HiddenSlides>
  <MMClips>0</MMClips>
  <ScaleCrop>false</ScaleCrop>
  <HeadingPairs>
    <vt:vector size="4" baseType="variant">
      <vt:variant>
        <vt:lpstr>Theme</vt:lpstr>
      </vt:variant>
      <vt:variant>
        <vt:i4>1</vt:i4>
      </vt:variant>
      <vt:variant>
        <vt:lpstr>Slide Titles</vt:lpstr>
      </vt:variant>
      <vt:variant>
        <vt:i4>16</vt:i4>
      </vt:variant>
    </vt:vector>
  </HeadingPairs>
  <TitlesOfParts>
    <vt:vector size="17" baseType="lpstr">
      <vt:lpstr>office theme</vt:lpstr>
      <vt:lpstr>CMP-319 Presentation </vt:lpstr>
      <vt:lpstr>Overview</vt:lpstr>
      <vt:lpstr>Low/Informational Risk Level Issues</vt:lpstr>
      <vt:lpstr>General Problems</vt:lpstr>
      <vt:lpstr>Moderate Risk Level Issues</vt:lpstr>
      <vt:lpstr>Vulnerability: Account Security</vt:lpstr>
      <vt:lpstr>Vulnerability: Lack of password policy and lockout mechanism</vt:lpstr>
      <vt:lpstr>Vulnerability: Clickjacking</vt:lpstr>
      <vt:lpstr>High Risk Level Issues</vt:lpstr>
      <vt:lpstr>Vulnerability: Session management schema</vt:lpstr>
      <vt:lpstr>Critical Risk Level Issues</vt:lpstr>
      <vt:lpstr>Vulnerability: SQL Injection</vt:lpstr>
      <vt:lpstr>Vulnerability: Weak forgot password function</vt:lpstr>
      <vt:lpstr>Vulnerability: Cross Site Scripting (XSS)</vt:lpstr>
      <vt:lpstr>Vulnerability: Code Injection – File Inclusion</vt:lpstr>
      <vt:lpstr>Vulnerability: Weak Cryptography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691</cp:revision>
  <dcterms:created xsi:type="dcterms:W3CDTF">2025-12-14T19:32:07Z</dcterms:created>
  <dcterms:modified xsi:type="dcterms:W3CDTF">2025-12-15T03:04:09Z</dcterms:modified>
</cp:coreProperties>
</file>